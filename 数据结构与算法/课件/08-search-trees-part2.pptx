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308" r:id="rId3"/>
    <p:sldId id="309" r:id="rId4"/>
    <p:sldId id="310" r:id="rId5"/>
    <p:sldId id="311" r:id="rId6"/>
    <p:sldId id="312" r:id="rId7"/>
    <p:sldId id="313" r:id="rId8"/>
    <p:sldId id="314" r:id="rId9"/>
    <p:sldId id="316" r:id="rId10"/>
    <p:sldId id="315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290" r:id="rId4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alibri Light" panose="020F0302020204030204" pitchFamily="34" charset="0"/>
      <p:regular r:id="rId48"/>
      <p:italic r:id="rId49"/>
    </p:embeddedFont>
    <p:embeddedFont>
      <p:font typeface="Cambria Math" panose="02040503050406030204" pitchFamily="18" charset="0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8" autoAdjust="0"/>
    <p:restoredTop sz="84473" autoAdjust="0"/>
  </p:normalViewPr>
  <p:slideViewPr>
    <p:cSldViewPr snapToGrid="0">
      <p:cViewPr varScale="1">
        <p:scale>
          <a:sx n="97" d="100"/>
          <a:sy n="97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6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0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3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28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8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3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74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1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13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ED5C2-520A-4F91-BD8F-FB789CED1BF0}" type="datetimeFigureOut">
              <a:rPr lang="en-US" smtClean="0"/>
              <a:t>19/10/14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7CA25-1040-44F0-840F-84BD549A0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7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0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1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64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6.png"/><Relationship Id="rId18" Type="http://schemas.openxmlformats.org/officeDocument/2006/relationships/image" Target="../media/image95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91.png"/><Relationship Id="rId17" Type="http://schemas.openxmlformats.org/officeDocument/2006/relationships/image" Target="../media/image94.png"/><Relationship Id="rId2" Type="http://schemas.openxmlformats.org/officeDocument/2006/relationships/image" Target="../media/image77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64.png"/><Relationship Id="rId5" Type="http://schemas.openxmlformats.org/officeDocument/2006/relationships/image" Target="../media/image80.png"/><Relationship Id="rId15" Type="http://schemas.openxmlformats.org/officeDocument/2006/relationships/image" Target="../media/image92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7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9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64.png"/><Relationship Id="rId5" Type="http://schemas.openxmlformats.org/officeDocument/2006/relationships/image" Target="../media/image80.png"/><Relationship Id="rId15" Type="http://schemas.openxmlformats.org/officeDocument/2006/relationships/image" Target="../media/image98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94.png"/><Relationship Id="rId14" Type="http://schemas.openxmlformats.org/officeDocument/2006/relationships/image" Target="../media/image9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3" Type="http://schemas.openxmlformats.org/officeDocument/2006/relationships/image" Target="../media/image99.png"/><Relationship Id="rId7" Type="http://schemas.openxmlformats.org/officeDocument/2006/relationships/image" Target="../media/image100.png"/><Relationship Id="rId12" Type="http://schemas.openxmlformats.org/officeDocument/2006/relationships/image" Target="../media/image10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103.png"/><Relationship Id="rId5" Type="http://schemas.openxmlformats.org/officeDocument/2006/relationships/image" Target="../media/image77.png"/><Relationship Id="rId15" Type="http://schemas.openxmlformats.org/officeDocument/2006/relationships/image" Target="../media/image98.png"/><Relationship Id="rId10" Type="http://schemas.openxmlformats.org/officeDocument/2006/relationships/image" Target="../media/image102.png"/><Relationship Id="rId4" Type="http://schemas.openxmlformats.org/officeDocument/2006/relationships/image" Target="../media/image97.png"/><Relationship Id="rId9" Type="http://schemas.openxmlformats.org/officeDocument/2006/relationships/image" Target="../media/image82.png"/><Relationship Id="rId14" Type="http://schemas.openxmlformats.org/officeDocument/2006/relationships/image" Target="../media/image10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4.png"/><Relationship Id="rId3" Type="http://schemas.openxmlformats.org/officeDocument/2006/relationships/image" Target="../media/image107.png"/><Relationship Id="rId7" Type="http://schemas.openxmlformats.org/officeDocument/2006/relationships/image" Target="../media/image78.png"/><Relationship Id="rId12" Type="http://schemas.openxmlformats.org/officeDocument/2006/relationships/image" Target="../media/image10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102.png"/><Relationship Id="rId5" Type="http://schemas.openxmlformats.org/officeDocument/2006/relationships/image" Target="../media/image97.png"/><Relationship Id="rId15" Type="http://schemas.openxmlformats.org/officeDocument/2006/relationships/image" Target="../media/image106.png"/><Relationship Id="rId10" Type="http://schemas.openxmlformats.org/officeDocument/2006/relationships/image" Target="../media/image82.png"/><Relationship Id="rId4" Type="http://schemas.openxmlformats.org/officeDocument/2006/relationships/image" Target="../media/image108.png"/><Relationship Id="rId9" Type="http://schemas.openxmlformats.org/officeDocument/2006/relationships/image" Target="../media/image101.png"/><Relationship Id="rId14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05.png"/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12" Type="http://schemas.openxmlformats.org/officeDocument/2006/relationships/image" Target="../media/image10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03.png"/><Relationship Id="rId5" Type="http://schemas.openxmlformats.org/officeDocument/2006/relationships/image" Target="../media/image110.png"/><Relationship Id="rId10" Type="http://schemas.openxmlformats.org/officeDocument/2006/relationships/image" Target="../media/image102.png"/><Relationship Id="rId4" Type="http://schemas.openxmlformats.org/officeDocument/2006/relationships/image" Target="../media/image108.png"/><Relationship Id="rId9" Type="http://schemas.openxmlformats.org/officeDocument/2006/relationships/image" Target="../media/image114.png"/><Relationship Id="rId14" Type="http://schemas.openxmlformats.org/officeDocument/2006/relationships/image" Target="../media/image10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26" Type="http://schemas.openxmlformats.org/officeDocument/2006/relationships/image" Target="../media/image138.png"/><Relationship Id="rId39" Type="http://schemas.openxmlformats.org/officeDocument/2006/relationships/image" Target="../media/image151.png"/><Relationship Id="rId3" Type="http://schemas.openxmlformats.org/officeDocument/2006/relationships/image" Target="../media/image115.png"/><Relationship Id="rId21" Type="http://schemas.openxmlformats.org/officeDocument/2006/relationships/image" Target="../media/image133.png"/><Relationship Id="rId34" Type="http://schemas.openxmlformats.org/officeDocument/2006/relationships/image" Target="../media/image146.png"/><Relationship Id="rId42" Type="http://schemas.openxmlformats.org/officeDocument/2006/relationships/image" Target="../media/image154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5" Type="http://schemas.openxmlformats.org/officeDocument/2006/relationships/image" Target="../media/image137.png"/><Relationship Id="rId33" Type="http://schemas.openxmlformats.org/officeDocument/2006/relationships/image" Target="../media/image145.png"/><Relationship Id="rId38" Type="http://schemas.openxmlformats.org/officeDocument/2006/relationships/image" Target="../media/image150.png"/><Relationship Id="rId2" Type="http://schemas.openxmlformats.org/officeDocument/2006/relationships/image" Target="../media/image64.png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29" Type="http://schemas.openxmlformats.org/officeDocument/2006/relationships/image" Target="../media/image141.png"/><Relationship Id="rId41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136.png"/><Relationship Id="rId32" Type="http://schemas.openxmlformats.org/officeDocument/2006/relationships/image" Target="../media/image144.png"/><Relationship Id="rId37" Type="http://schemas.openxmlformats.org/officeDocument/2006/relationships/image" Target="../media/image149.png"/><Relationship Id="rId40" Type="http://schemas.openxmlformats.org/officeDocument/2006/relationships/image" Target="../media/image152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36" Type="http://schemas.openxmlformats.org/officeDocument/2006/relationships/image" Target="../media/image148.png"/><Relationship Id="rId10" Type="http://schemas.openxmlformats.org/officeDocument/2006/relationships/image" Target="../media/image122.png"/><Relationship Id="rId19" Type="http://schemas.openxmlformats.org/officeDocument/2006/relationships/image" Target="../media/image131.png"/><Relationship Id="rId31" Type="http://schemas.openxmlformats.org/officeDocument/2006/relationships/image" Target="../media/image143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Relationship Id="rId27" Type="http://schemas.openxmlformats.org/officeDocument/2006/relationships/image" Target="../media/image139.png"/><Relationship Id="rId30" Type="http://schemas.openxmlformats.org/officeDocument/2006/relationships/image" Target="../media/image142.png"/><Relationship Id="rId35" Type="http://schemas.openxmlformats.org/officeDocument/2006/relationships/image" Target="../media/image1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7.png"/><Relationship Id="rId7" Type="http://schemas.openxmlformats.org/officeDocument/2006/relationships/image" Target="../media/image160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0" Type="http://schemas.openxmlformats.org/officeDocument/2006/relationships/image" Target="../media/image163.png"/><Relationship Id="rId4" Type="http://schemas.openxmlformats.org/officeDocument/2006/relationships/image" Target="../media/image40.png"/><Relationship Id="rId9" Type="http://schemas.openxmlformats.org/officeDocument/2006/relationships/image" Target="../media/image16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65.png"/><Relationship Id="rId7" Type="http://schemas.openxmlformats.org/officeDocument/2006/relationships/image" Target="../media/image160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10" Type="http://schemas.openxmlformats.org/officeDocument/2006/relationships/image" Target="../media/image164.png"/><Relationship Id="rId4" Type="http://schemas.openxmlformats.org/officeDocument/2006/relationships/image" Target="../media/image40.png"/><Relationship Id="rId9" Type="http://schemas.openxmlformats.org/officeDocument/2006/relationships/image" Target="../media/image16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26" Type="http://schemas.openxmlformats.org/officeDocument/2006/relationships/image" Target="../media/image189.png"/><Relationship Id="rId3" Type="http://schemas.openxmlformats.org/officeDocument/2006/relationships/image" Target="../media/image166.png"/><Relationship Id="rId21" Type="http://schemas.openxmlformats.org/officeDocument/2006/relationships/image" Target="../media/image184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5" Type="http://schemas.openxmlformats.org/officeDocument/2006/relationships/image" Target="../media/image188.png"/><Relationship Id="rId2" Type="http://schemas.openxmlformats.org/officeDocument/2006/relationships/image" Target="../media/image156.png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29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24" Type="http://schemas.openxmlformats.org/officeDocument/2006/relationships/image" Target="../media/image187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23" Type="http://schemas.openxmlformats.org/officeDocument/2006/relationships/image" Target="../media/image186.png"/><Relationship Id="rId28" Type="http://schemas.openxmlformats.org/officeDocument/2006/relationships/image" Target="../media/image191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85.png"/><Relationship Id="rId27" Type="http://schemas.openxmlformats.org/officeDocument/2006/relationships/image" Target="../media/image1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18" Type="http://schemas.openxmlformats.org/officeDocument/2006/relationships/image" Target="../media/image208.png"/><Relationship Id="rId26" Type="http://schemas.openxmlformats.org/officeDocument/2006/relationships/image" Target="../media/image216.png"/><Relationship Id="rId3" Type="http://schemas.openxmlformats.org/officeDocument/2006/relationships/image" Target="../media/image193.png"/><Relationship Id="rId21" Type="http://schemas.openxmlformats.org/officeDocument/2006/relationships/image" Target="../media/image211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17" Type="http://schemas.openxmlformats.org/officeDocument/2006/relationships/image" Target="../media/image207.png"/><Relationship Id="rId25" Type="http://schemas.openxmlformats.org/officeDocument/2006/relationships/image" Target="../media/image215.png"/><Relationship Id="rId2" Type="http://schemas.openxmlformats.org/officeDocument/2006/relationships/image" Target="../media/image156.png"/><Relationship Id="rId16" Type="http://schemas.openxmlformats.org/officeDocument/2006/relationships/image" Target="../media/image206.png"/><Relationship Id="rId20" Type="http://schemas.openxmlformats.org/officeDocument/2006/relationships/image" Target="../media/image210.png"/><Relationship Id="rId29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24" Type="http://schemas.openxmlformats.org/officeDocument/2006/relationships/image" Target="../media/image214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23" Type="http://schemas.openxmlformats.org/officeDocument/2006/relationships/image" Target="../media/image213.png"/><Relationship Id="rId28" Type="http://schemas.openxmlformats.org/officeDocument/2006/relationships/image" Target="../media/image218.png"/><Relationship Id="rId10" Type="http://schemas.openxmlformats.org/officeDocument/2006/relationships/image" Target="../media/image200.png"/><Relationship Id="rId19" Type="http://schemas.openxmlformats.org/officeDocument/2006/relationships/image" Target="../media/image209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Relationship Id="rId22" Type="http://schemas.openxmlformats.org/officeDocument/2006/relationships/image" Target="../media/image212.png"/><Relationship Id="rId27" Type="http://schemas.openxmlformats.org/officeDocument/2006/relationships/image" Target="../media/image2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18" Type="http://schemas.openxmlformats.org/officeDocument/2006/relationships/image" Target="../media/image223.png"/><Relationship Id="rId26" Type="http://schemas.openxmlformats.org/officeDocument/2006/relationships/image" Target="../media/image231.png"/><Relationship Id="rId3" Type="http://schemas.openxmlformats.org/officeDocument/2006/relationships/image" Target="../media/image220.png"/><Relationship Id="rId21" Type="http://schemas.openxmlformats.org/officeDocument/2006/relationships/image" Target="../media/image226.png"/><Relationship Id="rId7" Type="http://schemas.openxmlformats.org/officeDocument/2006/relationships/image" Target="../media/image221.png"/><Relationship Id="rId12" Type="http://schemas.openxmlformats.org/officeDocument/2006/relationships/image" Target="../media/image202.png"/><Relationship Id="rId17" Type="http://schemas.openxmlformats.org/officeDocument/2006/relationships/image" Target="../media/image222.png"/><Relationship Id="rId25" Type="http://schemas.openxmlformats.org/officeDocument/2006/relationships/image" Target="../media/image230.png"/><Relationship Id="rId2" Type="http://schemas.openxmlformats.org/officeDocument/2006/relationships/image" Target="../media/image156.png"/><Relationship Id="rId16" Type="http://schemas.openxmlformats.org/officeDocument/2006/relationships/image" Target="../media/image206.png"/><Relationship Id="rId20" Type="http://schemas.openxmlformats.org/officeDocument/2006/relationships/image" Target="../media/image225.png"/><Relationship Id="rId29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24" Type="http://schemas.openxmlformats.org/officeDocument/2006/relationships/image" Target="../media/image229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23" Type="http://schemas.openxmlformats.org/officeDocument/2006/relationships/image" Target="../media/image228.png"/><Relationship Id="rId28" Type="http://schemas.openxmlformats.org/officeDocument/2006/relationships/image" Target="../media/image233.png"/><Relationship Id="rId10" Type="http://schemas.openxmlformats.org/officeDocument/2006/relationships/image" Target="../media/image200.png"/><Relationship Id="rId19" Type="http://schemas.openxmlformats.org/officeDocument/2006/relationships/image" Target="../media/image224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Relationship Id="rId22" Type="http://schemas.openxmlformats.org/officeDocument/2006/relationships/image" Target="../media/image227.png"/><Relationship Id="rId27" Type="http://schemas.openxmlformats.org/officeDocument/2006/relationships/image" Target="../media/image23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203.png"/><Relationship Id="rId18" Type="http://schemas.openxmlformats.org/officeDocument/2006/relationships/image" Target="../media/image239.png"/><Relationship Id="rId26" Type="http://schemas.openxmlformats.org/officeDocument/2006/relationships/image" Target="../media/image247.png"/><Relationship Id="rId3" Type="http://schemas.openxmlformats.org/officeDocument/2006/relationships/image" Target="../media/image235.png"/><Relationship Id="rId21" Type="http://schemas.openxmlformats.org/officeDocument/2006/relationships/image" Target="../media/image242.png"/><Relationship Id="rId7" Type="http://schemas.openxmlformats.org/officeDocument/2006/relationships/image" Target="../media/image236.png"/><Relationship Id="rId12" Type="http://schemas.openxmlformats.org/officeDocument/2006/relationships/image" Target="../media/image202.png"/><Relationship Id="rId17" Type="http://schemas.openxmlformats.org/officeDocument/2006/relationships/image" Target="../media/image238.png"/><Relationship Id="rId25" Type="http://schemas.openxmlformats.org/officeDocument/2006/relationships/image" Target="../media/image246.png"/><Relationship Id="rId2" Type="http://schemas.openxmlformats.org/officeDocument/2006/relationships/image" Target="../media/image156.png"/><Relationship Id="rId16" Type="http://schemas.openxmlformats.org/officeDocument/2006/relationships/image" Target="../media/image206.png"/><Relationship Id="rId20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24" Type="http://schemas.openxmlformats.org/officeDocument/2006/relationships/image" Target="../media/image245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23" Type="http://schemas.openxmlformats.org/officeDocument/2006/relationships/image" Target="../media/image244.png"/><Relationship Id="rId28" Type="http://schemas.openxmlformats.org/officeDocument/2006/relationships/image" Target="../media/image249.png"/><Relationship Id="rId10" Type="http://schemas.openxmlformats.org/officeDocument/2006/relationships/image" Target="../media/image200.png"/><Relationship Id="rId19" Type="http://schemas.openxmlformats.org/officeDocument/2006/relationships/image" Target="../media/image24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Relationship Id="rId22" Type="http://schemas.openxmlformats.org/officeDocument/2006/relationships/image" Target="../media/image243.png"/><Relationship Id="rId27" Type="http://schemas.openxmlformats.org/officeDocument/2006/relationships/image" Target="../media/image2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2.png"/><Relationship Id="rId4" Type="http://schemas.openxmlformats.org/officeDocument/2006/relationships/image" Target="../media/image2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270.png"/><Relationship Id="rId7" Type="http://schemas.openxmlformats.org/officeDocument/2006/relationships/image" Target="../media/image274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png"/><Relationship Id="rId5" Type="http://schemas.openxmlformats.org/officeDocument/2006/relationships/image" Target="../media/image272.png"/><Relationship Id="rId4" Type="http://schemas.openxmlformats.org/officeDocument/2006/relationships/image" Target="../media/image271.png"/><Relationship Id="rId9" Type="http://schemas.openxmlformats.org/officeDocument/2006/relationships/image" Target="../media/image27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Search Trees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71971630"/>
                  </p:ext>
                </p:extLst>
              </p:nvPr>
            </p:nvGraphicFramePr>
            <p:xfrm>
              <a:off x="720000" y="1690689"/>
              <a:ext cx="7704000" cy="20832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71971630"/>
                  </p:ext>
                </p:extLst>
              </p:nvPr>
            </p:nvGraphicFramePr>
            <p:xfrm>
              <a:off x="720000" y="1690689"/>
              <a:ext cx="7704000" cy="20832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52941" r="-200000" b="-1051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52941" r="-100707" b="-1051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52941" r="-352" b="-1051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152941" r="-200000" b="-51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152941" r="-100707" b="-51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152941" r="-352" b="-51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6A8AB7-9D48-41C3-9B80-530E2D7D6FE6}"/>
                  </a:ext>
                </a:extLst>
              </p:cNvPr>
              <p:cNvSpPr txBox="1"/>
              <p:nvPr/>
            </p:nvSpPr>
            <p:spPr>
              <a:xfrm>
                <a:off x="628650" y="4349596"/>
                <a:ext cx="7886700" cy="830997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data structure supporting </a:t>
                </a:r>
                <a:r>
                  <a:rPr lang="en-US" sz="2400" dirty="0" err="1"/>
                  <a:t>OSet</a:t>
                </a:r>
                <a:r>
                  <a:rPr lang="en-US" sz="2400" dirty="0"/>
                  <a:t> operations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time, even in worst-case?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6A8AB7-9D48-41C3-9B80-530E2D7D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349596"/>
                <a:ext cx="78867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33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5EBAD-D37B-43EB-BD4B-8CCDB0D7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“Balanced” BST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05A74DE-734A-42C1-B18B-4A11E987B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1982567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What does it mean to be “balanced”?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Perfectly Balanced.</a:t>
                </a:r>
                <a:r>
                  <a:rPr lang="en-US" sz="2000" dirty="0"/>
                  <a:t> </a:t>
                </a: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</a:rPr>
                  <a:t>(For each node, two subtrees have same height.)</a:t>
                </a:r>
                <a:endParaRPr lang="en-US" sz="20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Almost Perfectly Balanced.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Not Perfectly Balanced.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-node BST is “balanced” if it has height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05A74DE-734A-42C1-B18B-4A11E987B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1982567"/>
              </a:xfrm>
              <a:blipFill>
                <a:blip r:embed="rId2"/>
                <a:stretch>
                  <a:fillRect l="-1005" t="-4294" b="-1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组合 78">
            <a:extLst>
              <a:ext uri="{FF2B5EF4-FFF2-40B4-BE49-F238E27FC236}">
                <a16:creationId xmlns:a16="http://schemas.microsoft.com/office/drawing/2014/main" id="{3F9CCE2A-3D39-42C4-AE45-6BABCDB8BFEA}"/>
              </a:ext>
            </a:extLst>
          </p:cNvPr>
          <p:cNvGrpSpPr/>
          <p:nvPr/>
        </p:nvGrpSpPr>
        <p:grpSpPr>
          <a:xfrm>
            <a:off x="168834" y="4107563"/>
            <a:ext cx="2940977" cy="1680403"/>
            <a:chOff x="448769" y="4411664"/>
            <a:chExt cx="2940977" cy="16804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3B5F312-0EA7-41C3-AD79-CE274AF4FCAC}"/>
                    </a:ext>
                  </a:extLst>
                </p:cNvPr>
                <p:cNvSpPr/>
                <p:nvPr/>
              </p:nvSpPr>
              <p:spPr>
                <a:xfrm>
                  <a:off x="1782043" y="4411664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13B5F312-0EA7-41C3-AD79-CE274AF4FC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2043" y="4411664"/>
                  <a:ext cx="270595" cy="270595"/>
                </a:xfrm>
                <a:prstGeom prst="ellipse">
                  <a:avLst/>
                </a:prstGeom>
                <a:blipFill>
                  <a:blip r:embed="rId3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E45D8183-8801-4F71-8013-D27156FF0349}"/>
                    </a:ext>
                  </a:extLst>
                </p:cNvPr>
                <p:cNvSpPr/>
                <p:nvPr/>
              </p:nvSpPr>
              <p:spPr>
                <a:xfrm>
                  <a:off x="1013755" y="4876036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E45D8183-8801-4F71-8013-D27156FF03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5" y="4876036"/>
                  <a:ext cx="270595" cy="270595"/>
                </a:xfrm>
                <a:prstGeom prst="ellipse">
                  <a:avLst/>
                </a:prstGeom>
                <a:blipFill>
                  <a:blip r:embed="rId4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1D6A9E33-1A4E-4403-B66F-46485DD22AAA}"/>
                    </a:ext>
                  </a:extLst>
                </p:cNvPr>
                <p:cNvSpPr/>
                <p:nvPr/>
              </p:nvSpPr>
              <p:spPr>
                <a:xfrm>
                  <a:off x="2550971" y="4874486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1D6A9E33-1A4E-4403-B66F-46485DD22A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0971" y="4874486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 l="-15217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04C445EF-1B92-4E04-93C2-499114157DBF}"/>
                    </a:ext>
                  </a:extLst>
                </p:cNvPr>
                <p:cNvSpPr/>
                <p:nvPr/>
              </p:nvSpPr>
              <p:spPr>
                <a:xfrm>
                  <a:off x="629291" y="5273785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04C445EF-1B92-4E04-93C2-499114157D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291" y="5273785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D1E657C-357E-4567-AD15-5C60F952EBDD}"/>
                    </a:ext>
                  </a:extLst>
                </p:cNvPr>
                <p:cNvSpPr/>
                <p:nvPr/>
              </p:nvSpPr>
              <p:spPr>
                <a:xfrm>
                  <a:off x="1398219" y="5273785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2D1E657C-357E-4567-AD15-5C60F952EB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219" y="5273785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5958695D-AAF5-4AB0-8D66-E3F40DBC0F1E}"/>
                    </a:ext>
                  </a:extLst>
                </p:cNvPr>
                <p:cNvSpPr/>
                <p:nvPr/>
              </p:nvSpPr>
              <p:spPr>
                <a:xfrm>
                  <a:off x="2166507" y="5273785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5958695D-AAF5-4AB0-8D66-E3F40DBC0F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6507" y="5273785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 l="-12766" r="-148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6EE6E89B-7E14-40C8-898C-80DA86C7164D}"/>
                    </a:ext>
                  </a:extLst>
                </p:cNvPr>
                <p:cNvSpPr/>
                <p:nvPr/>
              </p:nvSpPr>
              <p:spPr>
                <a:xfrm>
                  <a:off x="2935435" y="5273785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6EE6E89B-7E14-40C8-898C-80DA86C716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5435" y="5273785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3ABE955-300C-4AA9-BD91-A2825DC1FB39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1149053" y="4642631"/>
              <a:ext cx="672618" cy="2334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B549838-710F-43D0-95D6-06A0A35313D8}"/>
                </a:ext>
              </a:extLst>
            </p:cNvPr>
            <p:cNvCxnSpPr>
              <a:cxnSpLocks/>
              <a:stCxn id="5" idx="5"/>
              <a:endCxn id="7" idx="0"/>
            </p:cNvCxnSpPr>
            <p:nvPr/>
          </p:nvCxnSpPr>
          <p:spPr>
            <a:xfrm>
              <a:off x="2013010" y="4642631"/>
              <a:ext cx="673259" cy="2318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F297A80-6E61-4798-B7AE-B5D266C4026F}"/>
                </a:ext>
              </a:extLst>
            </p:cNvPr>
            <p:cNvCxnSpPr>
              <a:cxnSpLocks/>
              <a:stCxn id="6" idx="3"/>
              <a:endCxn id="8" idx="0"/>
            </p:cNvCxnSpPr>
            <p:nvPr/>
          </p:nvCxnSpPr>
          <p:spPr>
            <a:xfrm flipH="1">
              <a:off x="764589" y="5107003"/>
              <a:ext cx="288794" cy="166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3167F25-5ECA-440D-AEA0-4FD808793980}"/>
                </a:ext>
              </a:extLst>
            </p:cNvPr>
            <p:cNvCxnSpPr>
              <a:cxnSpLocks/>
              <a:stCxn id="6" idx="5"/>
              <a:endCxn id="9" idx="0"/>
            </p:cNvCxnSpPr>
            <p:nvPr/>
          </p:nvCxnSpPr>
          <p:spPr>
            <a:xfrm>
              <a:off x="1244722" y="5107003"/>
              <a:ext cx="288795" cy="166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0CF7D2D-0E03-4AC2-9359-3FE591AEA394}"/>
                </a:ext>
              </a:extLst>
            </p:cNvPr>
            <p:cNvCxnSpPr>
              <a:cxnSpLocks/>
              <a:stCxn id="7" idx="3"/>
              <a:endCxn id="10" idx="0"/>
            </p:cNvCxnSpPr>
            <p:nvPr/>
          </p:nvCxnSpPr>
          <p:spPr>
            <a:xfrm flipH="1">
              <a:off x="2301805" y="5105453"/>
              <a:ext cx="288794" cy="1683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47030F6-C100-4875-9669-30FE418AB062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2781938" y="5105453"/>
              <a:ext cx="288795" cy="1683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57B4FE20-7179-41EE-9C67-DAF56071EB58}"/>
                    </a:ext>
                  </a:extLst>
                </p:cNvPr>
                <p:cNvSpPr/>
                <p:nvPr/>
              </p:nvSpPr>
              <p:spPr>
                <a:xfrm>
                  <a:off x="448769" y="5821472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57B4FE20-7179-41EE-9C67-DAF56071EB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69" y="5821472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15276E29-64DE-4890-BFC4-E67BED2CBBBB}"/>
                    </a:ext>
                  </a:extLst>
                </p:cNvPr>
                <p:cNvSpPr/>
                <p:nvPr/>
              </p:nvSpPr>
              <p:spPr>
                <a:xfrm>
                  <a:off x="791655" y="5821471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15276E29-64DE-4890-BFC4-E67BED2CBB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655" y="5821471"/>
                  <a:ext cx="270595" cy="270595"/>
                </a:xfrm>
                <a:prstGeom prst="ellipse">
                  <a:avLst/>
                </a:prstGeom>
                <a:blipFill>
                  <a:blip r:embed="rId11"/>
                  <a:stretch>
                    <a:fillRect l="-15217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74D3FE0A-6DFA-498A-91C6-1CAFE505547F}"/>
                    </a:ext>
                  </a:extLst>
                </p:cNvPr>
                <p:cNvSpPr/>
                <p:nvPr/>
              </p:nvSpPr>
              <p:spPr>
                <a:xfrm>
                  <a:off x="1214199" y="5821471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74D3FE0A-6DFA-498A-91C6-1CAFE50554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4199" y="5821471"/>
                  <a:ext cx="270595" cy="270595"/>
                </a:xfrm>
                <a:prstGeom prst="ellipse">
                  <a:avLst/>
                </a:prstGeom>
                <a:blipFill>
                  <a:blip r:embed="rId12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A0F52CF8-35CD-425F-96B0-EFA148047E8D}"/>
                    </a:ext>
                  </a:extLst>
                </p:cNvPr>
                <p:cNvSpPr/>
                <p:nvPr/>
              </p:nvSpPr>
              <p:spPr>
                <a:xfrm>
                  <a:off x="1557085" y="5821471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A0F52CF8-35CD-425F-96B0-EFA148047E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7085" y="5821471"/>
                  <a:ext cx="270595" cy="270595"/>
                </a:xfrm>
                <a:prstGeom prst="ellipse">
                  <a:avLst/>
                </a:prstGeom>
                <a:blipFill>
                  <a:blip r:embed="rId13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2399ED95-C9A4-448E-81E2-F8941466F3DA}"/>
                    </a:ext>
                  </a:extLst>
                </p:cNvPr>
                <p:cNvSpPr/>
                <p:nvPr/>
              </p:nvSpPr>
              <p:spPr>
                <a:xfrm>
                  <a:off x="2010835" y="5821471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2399ED95-C9A4-448E-81E2-F8941466F3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0835" y="5821471"/>
                  <a:ext cx="270595" cy="270595"/>
                </a:xfrm>
                <a:prstGeom prst="ellipse">
                  <a:avLst/>
                </a:prstGeom>
                <a:blipFill>
                  <a:blip r:embed="rId14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40975FD4-9C2A-44E5-9594-E1454A5134BD}"/>
                    </a:ext>
                  </a:extLst>
                </p:cNvPr>
                <p:cNvSpPr/>
                <p:nvPr/>
              </p:nvSpPr>
              <p:spPr>
                <a:xfrm>
                  <a:off x="2353721" y="5821470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40975FD4-9C2A-44E5-9594-E1454A5134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3721" y="5821470"/>
                  <a:ext cx="270595" cy="270595"/>
                </a:xfrm>
                <a:prstGeom prst="ellipse">
                  <a:avLst/>
                </a:prstGeom>
                <a:blipFill>
                  <a:blip r:embed="rId15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21F6A5CD-CA1C-4994-8575-110F03F02EE6}"/>
                    </a:ext>
                  </a:extLst>
                </p:cNvPr>
                <p:cNvSpPr/>
                <p:nvPr/>
              </p:nvSpPr>
              <p:spPr>
                <a:xfrm>
                  <a:off x="2776265" y="5821470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21F6A5CD-CA1C-4994-8575-110F03F02E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6265" y="5821470"/>
                  <a:ext cx="270595" cy="270595"/>
                </a:xfrm>
                <a:prstGeom prst="ellipse">
                  <a:avLst/>
                </a:prstGeom>
                <a:blipFill>
                  <a:blip r:embed="rId16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A5B932CD-D500-4548-9F7A-47221CD2A3DE}"/>
                    </a:ext>
                  </a:extLst>
                </p:cNvPr>
                <p:cNvSpPr/>
                <p:nvPr/>
              </p:nvSpPr>
              <p:spPr>
                <a:xfrm>
                  <a:off x="3119151" y="5821470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92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A5B932CD-D500-4548-9F7A-47221CD2A3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9151" y="5821470"/>
                  <a:ext cx="270595" cy="270595"/>
                </a:xfrm>
                <a:prstGeom prst="ellipse">
                  <a:avLst/>
                </a:prstGeom>
                <a:blipFill>
                  <a:blip r:embed="rId17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8B49346-8C10-4658-A575-25A087F401F1}"/>
                </a:ext>
              </a:extLst>
            </p:cNvPr>
            <p:cNvCxnSpPr>
              <a:cxnSpLocks/>
              <a:stCxn id="8" idx="3"/>
              <a:endCxn id="45" idx="0"/>
            </p:cNvCxnSpPr>
            <p:nvPr/>
          </p:nvCxnSpPr>
          <p:spPr>
            <a:xfrm flipH="1">
              <a:off x="584067" y="5504752"/>
              <a:ext cx="84852" cy="316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E9D20B9-7747-4FB1-974D-F940C06CB757}"/>
                </a:ext>
              </a:extLst>
            </p:cNvPr>
            <p:cNvCxnSpPr>
              <a:cxnSpLocks/>
              <a:stCxn id="8" idx="5"/>
              <a:endCxn id="46" idx="0"/>
            </p:cNvCxnSpPr>
            <p:nvPr/>
          </p:nvCxnSpPr>
          <p:spPr>
            <a:xfrm>
              <a:off x="860258" y="5504752"/>
              <a:ext cx="66695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CB48349-5230-4A7D-8870-343EA68F3077}"/>
                </a:ext>
              </a:extLst>
            </p:cNvPr>
            <p:cNvCxnSpPr>
              <a:cxnSpLocks/>
              <a:stCxn id="9" idx="3"/>
              <a:endCxn id="47" idx="0"/>
            </p:cNvCxnSpPr>
            <p:nvPr/>
          </p:nvCxnSpPr>
          <p:spPr>
            <a:xfrm flipH="1">
              <a:off x="1349497" y="5504752"/>
              <a:ext cx="88350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6309F711-E8E9-46AC-BFF3-936DC7BE5C2E}"/>
                </a:ext>
              </a:extLst>
            </p:cNvPr>
            <p:cNvCxnSpPr>
              <a:cxnSpLocks/>
              <a:stCxn id="9" idx="5"/>
              <a:endCxn id="48" idx="0"/>
            </p:cNvCxnSpPr>
            <p:nvPr/>
          </p:nvCxnSpPr>
          <p:spPr>
            <a:xfrm>
              <a:off x="1629186" y="5504752"/>
              <a:ext cx="63197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D1A42AD-4DBB-4FA6-AFEE-20082C300305}"/>
                </a:ext>
              </a:extLst>
            </p:cNvPr>
            <p:cNvCxnSpPr>
              <a:cxnSpLocks/>
              <a:stCxn id="10" idx="3"/>
              <a:endCxn id="50" idx="0"/>
            </p:cNvCxnSpPr>
            <p:nvPr/>
          </p:nvCxnSpPr>
          <p:spPr>
            <a:xfrm flipH="1">
              <a:off x="2146133" y="5504752"/>
              <a:ext cx="60002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4895DF24-F612-4AA3-8ADB-D5EE5677CBCA}"/>
                </a:ext>
              </a:extLst>
            </p:cNvPr>
            <p:cNvCxnSpPr>
              <a:cxnSpLocks/>
              <a:stCxn id="10" idx="5"/>
              <a:endCxn id="51" idx="0"/>
            </p:cNvCxnSpPr>
            <p:nvPr/>
          </p:nvCxnSpPr>
          <p:spPr>
            <a:xfrm>
              <a:off x="2397474" y="5504752"/>
              <a:ext cx="91545" cy="3167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BF6614E-FC85-4A64-8F62-C60CC884D3D7}"/>
                </a:ext>
              </a:extLst>
            </p:cNvPr>
            <p:cNvCxnSpPr>
              <a:cxnSpLocks/>
              <a:stCxn id="11" idx="5"/>
              <a:endCxn id="53" idx="0"/>
            </p:cNvCxnSpPr>
            <p:nvPr/>
          </p:nvCxnSpPr>
          <p:spPr>
            <a:xfrm>
              <a:off x="3166402" y="5504752"/>
              <a:ext cx="88047" cy="3167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87F637FC-BCC4-4C04-AB08-65D8EAC3E1E7}"/>
                </a:ext>
              </a:extLst>
            </p:cNvPr>
            <p:cNvCxnSpPr>
              <a:cxnSpLocks/>
              <a:stCxn id="11" idx="3"/>
              <a:endCxn id="52" idx="0"/>
            </p:cNvCxnSpPr>
            <p:nvPr/>
          </p:nvCxnSpPr>
          <p:spPr>
            <a:xfrm flipH="1">
              <a:off x="2911563" y="5504752"/>
              <a:ext cx="63500" cy="3167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BC3B003-E021-479F-BF6E-055384C1C8EE}"/>
              </a:ext>
            </a:extLst>
          </p:cNvPr>
          <p:cNvGrpSpPr/>
          <p:nvPr/>
        </p:nvGrpSpPr>
        <p:grpSpPr>
          <a:xfrm>
            <a:off x="3417026" y="4107563"/>
            <a:ext cx="2757261" cy="1680403"/>
            <a:chOff x="3428930" y="4812469"/>
            <a:chExt cx="2757261" cy="16804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椭圆 80">
                  <a:extLst>
                    <a:ext uri="{FF2B5EF4-FFF2-40B4-BE49-F238E27FC236}">
                      <a16:creationId xmlns:a16="http://schemas.microsoft.com/office/drawing/2014/main" id="{C87B80CE-B26A-4643-BEA5-89EA69D4D364}"/>
                    </a:ext>
                  </a:extLst>
                </p:cNvPr>
                <p:cNvSpPr/>
                <p:nvPr/>
              </p:nvSpPr>
              <p:spPr>
                <a:xfrm>
                  <a:off x="4762204" y="4812469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椭圆 80">
                  <a:extLst>
                    <a:ext uri="{FF2B5EF4-FFF2-40B4-BE49-F238E27FC236}">
                      <a16:creationId xmlns:a16="http://schemas.microsoft.com/office/drawing/2014/main" id="{C87B80CE-B26A-4643-BEA5-89EA69D4D3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204" y="4812469"/>
                  <a:ext cx="270595" cy="270595"/>
                </a:xfrm>
                <a:prstGeom prst="ellipse">
                  <a:avLst/>
                </a:prstGeom>
                <a:blipFill>
                  <a:blip r:embed="rId18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422F0ECB-25A8-4C2A-8870-91A3BA5C4A2C}"/>
                    </a:ext>
                  </a:extLst>
                </p:cNvPr>
                <p:cNvSpPr/>
                <p:nvPr/>
              </p:nvSpPr>
              <p:spPr>
                <a:xfrm>
                  <a:off x="3993916" y="5276841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422F0ECB-25A8-4C2A-8870-91A3BA5C4A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3916" y="5276841"/>
                  <a:ext cx="270595" cy="270595"/>
                </a:xfrm>
                <a:prstGeom prst="ellipse">
                  <a:avLst/>
                </a:prstGeom>
                <a:blipFill>
                  <a:blip r:embed="rId19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02C3969C-C709-447F-BCE8-2434B8F14E51}"/>
                    </a:ext>
                  </a:extLst>
                </p:cNvPr>
                <p:cNvSpPr/>
                <p:nvPr/>
              </p:nvSpPr>
              <p:spPr>
                <a:xfrm>
                  <a:off x="5531132" y="5275291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02C3969C-C709-447F-BCE8-2434B8F14E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1132" y="5275291"/>
                  <a:ext cx="270595" cy="270595"/>
                </a:xfrm>
                <a:prstGeom prst="ellipse">
                  <a:avLst/>
                </a:prstGeom>
                <a:blipFill>
                  <a:blip r:embed="rId20"/>
                  <a:stretch>
                    <a:fillRect l="-12766" r="-148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181B174B-8CAF-4A0A-9021-ADFC7B94ABDF}"/>
                    </a:ext>
                  </a:extLst>
                </p:cNvPr>
                <p:cNvSpPr/>
                <p:nvPr/>
              </p:nvSpPr>
              <p:spPr>
                <a:xfrm>
                  <a:off x="3609452" y="5674590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181B174B-8CAF-4A0A-9021-ADFC7B94AB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452" y="5674590"/>
                  <a:ext cx="270595" cy="270595"/>
                </a:xfrm>
                <a:prstGeom prst="ellipse">
                  <a:avLst/>
                </a:prstGeom>
                <a:blipFill>
                  <a:blip r:embed="rId21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AC3B3BE2-2089-4AF2-8EEA-9ADA6355B54D}"/>
                    </a:ext>
                  </a:extLst>
                </p:cNvPr>
                <p:cNvSpPr/>
                <p:nvPr/>
              </p:nvSpPr>
              <p:spPr>
                <a:xfrm>
                  <a:off x="4378380" y="5674590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AC3B3BE2-2089-4AF2-8EEA-9ADA6355B5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380" y="5674590"/>
                  <a:ext cx="270595" cy="270595"/>
                </a:xfrm>
                <a:prstGeom prst="ellipse">
                  <a:avLst/>
                </a:prstGeom>
                <a:blipFill>
                  <a:blip r:embed="rId22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3E4E91C2-583E-4414-8246-1BF507B2040B}"/>
                    </a:ext>
                  </a:extLst>
                </p:cNvPr>
                <p:cNvSpPr/>
                <p:nvPr/>
              </p:nvSpPr>
              <p:spPr>
                <a:xfrm>
                  <a:off x="5146668" y="5674590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3E4E91C2-583E-4414-8246-1BF507B204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668" y="5674590"/>
                  <a:ext cx="270595" cy="270595"/>
                </a:xfrm>
                <a:prstGeom prst="ellipse">
                  <a:avLst/>
                </a:prstGeom>
                <a:blipFill>
                  <a:blip r:embed="rId23"/>
                  <a:stretch>
                    <a:fillRect l="-12766" r="-148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56F783F9-1379-497E-8870-EE8744DDEAA6}"/>
                    </a:ext>
                  </a:extLst>
                </p:cNvPr>
                <p:cNvSpPr/>
                <p:nvPr/>
              </p:nvSpPr>
              <p:spPr>
                <a:xfrm>
                  <a:off x="5915596" y="5674590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56F783F9-1379-497E-8870-EE8744DDEA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5596" y="5674590"/>
                  <a:ext cx="270595" cy="270595"/>
                </a:xfrm>
                <a:prstGeom prst="ellipse">
                  <a:avLst/>
                </a:prstGeom>
                <a:blipFill>
                  <a:blip r:embed="rId24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B660FED6-7978-45BD-A5D1-6390174B8B07}"/>
                </a:ext>
              </a:extLst>
            </p:cNvPr>
            <p:cNvCxnSpPr>
              <a:cxnSpLocks/>
              <a:stCxn id="81" idx="3"/>
              <a:endCxn id="82" idx="0"/>
            </p:cNvCxnSpPr>
            <p:nvPr/>
          </p:nvCxnSpPr>
          <p:spPr>
            <a:xfrm flipH="1">
              <a:off x="4129214" y="5043436"/>
              <a:ext cx="672618" cy="2334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0EF83E20-0196-412D-87C2-1B06BDEACD41}"/>
                </a:ext>
              </a:extLst>
            </p:cNvPr>
            <p:cNvCxnSpPr>
              <a:cxnSpLocks/>
              <a:stCxn id="81" idx="5"/>
              <a:endCxn id="83" idx="0"/>
            </p:cNvCxnSpPr>
            <p:nvPr/>
          </p:nvCxnSpPr>
          <p:spPr>
            <a:xfrm>
              <a:off x="4993171" y="5043436"/>
              <a:ext cx="673259" cy="2318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3CED0A56-F0E7-40E5-85D9-DAF7020F00BC}"/>
                </a:ext>
              </a:extLst>
            </p:cNvPr>
            <p:cNvCxnSpPr>
              <a:cxnSpLocks/>
              <a:stCxn id="82" idx="3"/>
              <a:endCxn id="84" idx="0"/>
            </p:cNvCxnSpPr>
            <p:nvPr/>
          </p:nvCxnSpPr>
          <p:spPr>
            <a:xfrm flipH="1">
              <a:off x="3744750" y="5507808"/>
              <a:ext cx="288794" cy="166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A36F385B-A0BF-435F-9642-02146D44C09D}"/>
                </a:ext>
              </a:extLst>
            </p:cNvPr>
            <p:cNvCxnSpPr>
              <a:cxnSpLocks/>
              <a:stCxn id="82" idx="5"/>
              <a:endCxn id="85" idx="0"/>
            </p:cNvCxnSpPr>
            <p:nvPr/>
          </p:nvCxnSpPr>
          <p:spPr>
            <a:xfrm>
              <a:off x="4224883" y="5507808"/>
              <a:ext cx="288795" cy="166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F03D83FA-CEA2-4F79-8B3B-F050C799BBA9}"/>
                </a:ext>
              </a:extLst>
            </p:cNvPr>
            <p:cNvCxnSpPr>
              <a:cxnSpLocks/>
              <a:stCxn id="83" idx="3"/>
              <a:endCxn id="86" idx="0"/>
            </p:cNvCxnSpPr>
            <p:nvPr/>
          </p:nvCxnSpPr>
          <p:spPr>
            <a:xfrm flipH="1">
              <a:off x="5281966" y="5506258"/>
              <a:ext cx="288794" cy="1683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2F955D80-A1FA-4BEF-A0B3-B1A306568E14}"/>
                </a:ext>
              </a:extLst>
            </p:cNvPr>
            <p:cNvCxnSpPr>
              <a:cxnSpLocks/>
              <a:stCxn id="83" idx="5"/>
              <a:endCxn id="87" idx="0"/>
            </p:cNvCxnSpPr>
            <p:nvPr/>
          </p:nvCxnSpPr>
          <p:spPr>
            <a:xfrm>
              <a:off x="5762099" y="5506258"/>
              <a:ext cx="288795" cy="1683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C814ABFD-066B-4FDE-908F-B411ACDFD8FB}"/>
                    </a:ext>
                  </a:extLst>
                </p:cNvPr>
                <p:cNvSpPr/>
                <p:nvPr/>
              </p:nvSpPr>
              <p:spPr>
                <a:xfrm>
                  <a:off x="3428930" y="6222277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C814ABFD-066B-4FDE-908F-B411ACDFD8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930" y="6222277"/>
                  <a:ext cx="270595" cy="270595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46A2C4D1-E120-493C-9B81-2F220CD0FCC9}"/>
                    </a:ext>
                  </a:extLst>
                </p:cNvPr>
                <p:cNvSpPr/>
                <p:nvPr/>
              </p:nvSpPr>
              <p:spPr>
                <a:xfrm>
                  <a:off x="3771816" y="6222276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46A2C4D1-E120-493C-9B81-2F220CD0FC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816" y="6222276"/>
                  <a:ext cx="270595" cy="270595"/>
                </a:xfrm>
                <a:prstGeom prst="ellipse">
                  <a:avLst/>
                </a:prstGeom>
                <a:blipFill>
                  <a:blip r:embed="rId26"/>
                  <a:stretch>
                    <a:fillRect l="-15217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3EB0D79D-8057-4A2E-A87A-781578725748}"/>
                    </a:ext>
                  </a:extLst>
                </p:cNvPr>
                <p:cNvSpPr/>
                <p:nvPr/>
              </p:nvSpPr>
              <p:spPr>
                <a:xfrm>
                  <a:off x="4537246" y="6222276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3EB0D79D-8057-4A2E-A87A-7815787257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7246" y="6222276"/>
                  <a:ext cx="270595" cy="270595"/>
                </a:xfrm>
                <a:prstGeom prst="ellipse">
                  <a:avLst/>
                </a:prstGeom>
                <a:blipFill>
                  <a:blip r:embed="rId27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44B73FFF-61B1-435E-82B7-DC83D56B95D7}"/>
                    </a:ext>
                  </a:extLst>
                </p:cNvPr>
                <p:cNvSpPr/>
                <p:nvPr/>
              </p:nvSpPr>
              <p:spPr>
                <a:xfrm>
                  <a:off x="4990996" y="6222276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44B73FFF-61B1-435E-82B7-DC83D56B95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996" y="6222276"/>
                  <a:ext cx="270595" cy="270595"/>
                </a:xfrm>
                <a:prstGeom prst="ellipse">
                  <a:avLst/>
                </a:prstGeom>
                <a:blipFill>
                  <a:blip r:embed="rId28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B44816C7-5D54-43BD-9456-5E4FB38C9A46}"/>
                    </a:ext>
                  </a:extLst>
                </p:cNvPr>
                <p:cNvSpPr/>
                <p:nvPr/>
              </p:nvSpPr>
              <p:spPr>
                <a:xfrm>
                  <a:off x="5333882" y="6222275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B44816C7-5D54-43BD-9456-5E4FB38C9A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3882" y="6222275"/>
                  <a:ext cx="270595" cy="270595"/>
                </a:xfrm>
                <a:prstGeom prst="ellipse">
                  <a:avLst/>
                </a:prstGeom>
                <a:blipFill>
                  <a:blip r:embed="rId29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5758B583-DDE0-404A-A0BE-F693399F65E2}"/>
                    </a:ext>
                  </a:extLst>
                </p:cNvPr>
                <p:cNvSpPr/>
                <p:nvPr/>
              </p:nvSpPr>
              <p:spPr>
                <a:xfrm>
                  <a:off x="5756426" y="6222275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5758B583-DDE0-404A-A0BE-F693399F65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6426" y="6222275"/>
                  <a:ext cx="270595" cy="270595"/>
                </a:xfrm>
                <a:prstGeom prst="ellipse">
                  <a:avLst/>
                </a:prstGeom>
                <a:blipFill>
                  <a:blip r:embed="rId30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092E6C21-6E31-4A2C-8FCF-D1DAD9463BEB}"/>
                </a:ext>
              </a:extLst>
            </p:cNvPr>
            <p:cNvCxnSpPr>
              <a:cxnSpLocks/>
              <a:stCxn id="84" idx="3"/>
              <a:endCxn id="94" idx="0"/>
            </p:cNvCxnSpPr>
            <p:nvPr/>
          </p:nvCxnSpPr>
          <p:spPr>
            <a:xfrm flipH="1">
              <a:off x="3564228" y="5905557"/>
              <a:ext cx="84852" cy="316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2A1061A0-5BDA-48CE-B6A1-289C3D22E7D3}"/>
                </a:ext>
              </a:extLst>
            </p:cNvPr>
            <p:cNvCxnSpPr>
              <a:cxnSpLocks/>
              <a:stCxn id="84" idx="5"/>
              <a:endCxn id="95" idx="0"/>
            </p:cNvCxnSpPr>
            <p:nvPr/>
          </p:nvCxnSpPr>
          <p:spPr>
            <a:xfrm>
              <a:off x="3840419" y="5905557"/>
              <a:ext cx="66695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BFC31EF1-0D34-4F33-BBAE-0E230C9240C0}"/>
                </a:ext>
              </a:extLst>
            </p:cNvPr>
            <p:cNvCxnSpPr>
              <a:cxnSpLocks/>
              <a:stCxn id="85" idx="5"/>
              <a:endCxn id="97" idx="0"/>
            </p:cNvCxnSpPr>
            <p:nvPr/>
          </p:nvCxnSpPr>
          <p:spPr>
            <a:xfrm>
              <a:off x="4609347" y="5905557"/>
              <a:ext cx="63197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264CB140-42B5-42F9-999E-18F41AFA6467}"/>
                </a:ext>
              </a:extLst>
            </p:cNvPr>
            <p:cNvCxnSpPr>
              <a:cxnSpLocks/>
              <a:stCxn id="86" idx="3"/>
              <a:endCxn id="98" idx="0"/>
            </p:cNvCxnSpPr>
            <p:nvPr/>
          </p:nvCxnSpPr>
          <p:spPr>
            <a:xfrm flipH="1">
              <a:off x="5126294" y="5905557"/>
              <a:ext cx="60002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D5B9CF68-C0B7-4801-95E7-0570DC32BF24}"/>
                </a:ext>
              </a:extLst>
            </p:cNvPr>
            <p:cNvCxnSpPr>
              <a:cxnSpLocks/>
              <a:stCxn id="86" idx="5"/>
              <a:endCxn id="99" idx="0"/>
            </p:cNvCxnSpPr>
            <p:nvPr/>
          </p:nvCxnSpPr>
          <p:spPr>
            <a:xfrm>
              <a:off x="5377635" y="5905557"/>
              <a:ext cx="91545" cy="3167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D4ACA8A4-79AA-4165-B1B0-2FE2BAA88733}"/>
                </a:ext>
              </a:extLst>
            </p:cNvPr>
            <p:cNvCxnSpPr>
              <a:cxnSpLocks/>
              <a:stCxn id="87" idx="3"/>
              <a:endCxn id="100" idx="0"/>
            </p:cNvCxnSpPr>
            <p:nvPr/>
          </p:nvCxnSpPr>
          <p:spPr>
            <a:xfrm flipH="1">
              <a:off x="5891724" y="5905557"/>
              <a:ext cx="63500" cy="3167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FC22BFD8-D4EE-4594-9F6D-53ADDA737BF1}"/>
              </a:ext>
            </a:extLst>
          </p:cNvPr>
          <p:cNvGrpSpPr/>
          <p:nvPr/>
        </p:nvGrpSpPr>
        <p:grpSpPr>
          <a:xfrm>
            <a:off x="6469295" y="4107561"/>
            <a:ext cx="2372797" cy="1680403"/>
            <a:chOff x="6522679" y="4812467"/>
            <a:chExt cx="2372797" cy="16804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B0A9D775-EF21-4EA3-9B11-308DBC8A88AF}"/>
                    </a:ext>
                  </a:extLst>
                </p:cNvPr>
                <p:cNvSpPr/>
                <p:nvPr/>
              </p:nvSpPr>
              <p:spPr>
                <a:xfrm>
                  <a:off x="7855953" y="4812467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B0A9D775-EF21-4EA3-9B11-308DBC8A88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5953" y="4812467"/>
                  <a:ext cx="270595" cy="270595"/>
                </a:xfrm>
                <a:prstGeom prst="ellipse">
                  <a:avLst/>
                </a:prstGeom>
                <a:blipFill>
                  <a:blip r:embed="rId31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椭圆 112">
                  <a:extLst>
                    <a:ext uri="{FF2B5EF4-FFF2-40B4-BE49-F238E27FC236}">
                      <a16:creationId xmlns:a16="http://schemas.microsoft.com/office/drawing/2014/main" id="{5D553B72-5898-4282-9DBD-DD2E15A55744}"/>
                    </a:ext>
                  </a:extLst>
                </p:cNvPr>
                <p:cNvSpPr/>
                <p:nvPr/>
              </p:nvSpPr>
              <p:spPr>
                <a:xfrm>
                  <a:off x="7087665" y="5276839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椭圆 112">
                  <a:extLst>
                    <a:ext uri="{FF2B5EF4-FFF2-40B4-BE49-F238E27FC236}">
                      <a16:creationId xmlns:a16="http://schemas.microsoft.com/office/drawing/2014/main" id="{5D553B72-5898-4282-9DBD-DD2E15A557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7665" y="5276839"/>
                  <a:ext cx="270595" cy="270595"/>
                </a:xfrm>
                <a:prstGeom prst="ellipse">
                  <a:avLst/>
                </a:prstGeom>
                <a:blipFill>
                  <a:blip r:embed="rId32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椭圆 113">
                  <a:extLst>
                    <a:ext uri="{FF2B5EF4-FFF2-40B4-BE49-F238E27FC236}">
                      <a16:creationId xmlns:a16="http://schemas.microsoft.com/office/drawing/2014/main" id="{F47F465D-2053-4D9F-AA40-897A8DC8FB8C}"/>
                    </a:ext>
                  </a:extLst>
                </p:cNvPr>
                <p:cNvSpPr/>
                <p:nvPr/>
              </p:nvSpPr>
              <p:spPr>
                <a:xfrm>
                  <a:off x="8624881" y="5275289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椭圆 113">
                  <a:extLst>
                    <a:ext uri="{FF2B5EF4-FFF2-40B4-BE49-F238E27FC236}">
                      <a16:creationId xmlns:a16="http://schemas.microsoft.com/office/drawing/2014/main" id="{F47F465D-2053-4D9F-AA40-897A8DC8FB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4881" y="5275289"/>
                  <a:ext cx="270595" cy="270595"/>
                </a:xfrm>
                <a:prstGeom prst="ellipse">
                  <a:avLst/>
                </a:prstGeom>
                <a:blipFill>
                  <a:blip r:embed="rId33"/>
                  <a:stretch>
                    <a:fillRect l="-13043" r="-173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46BFECA4-8BE4-44FA-8882-B789CE5FF1C0}"/>
                    </a:ext>
                  </a:extLst>
                </p:cNvPr>
                <p:cNvSpPr/>
                <p:nvPr/>
              </p:nvSpPr>
              <p:spPr>
                <a:xfrm>
                  <a:off x="6703201" y="5674588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46BFECA4-8BE4-44FA-8882-B789CE5FF1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3201" y="5674588"/>
                  <a:ext cx="270595" cy="270595"/>
                </a:xfrm>
                <a:prstGeom prst="ellipse">
                  <a:avLst/>
                </a:prstGeom>
                <a:blipFill>
                  <a:blip r:embed="rId34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椭圆 115">
                  <a:extLst>
                    <a:ext uri="{FF2B5EF4-FFF2-40B4-BE49-F238E27FC236}">
                      <a16:creationId xmlns:a16="http://schemas.microsoft.com/office/drawing/2014/main" id="{730AB29D-A842-46B9-A97E-326079B6EAAD}"/>
                    </a:ext>
                  </a:extLst>
                </p:cNvPr>
                <p:cNvSpPr/>
                <p:nvPr/>
              </p:nvSpPr>
              <p:spPr>
                <a:xfrm>
                  <a:off x="7472129" y="5674588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椭圆 115">
                  <a:extLst>
                    <a:ext uri="{FF2B5EF4-FFF2-40B4-BE49-F238E27FC236}">
                      <a16:creationId xmlns:a16="http://schemas.microsoft.com/office/drawing/2014/main" id="{730AB29D-A842-46B9-A97E-326079B6EA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2129" y="5674588"/>
                  <a:ext cx="270595" cy="270595"/>
                </a:xfrm>
                <a:prstGeom prst="ellipse">
                  <a:avLst/>
                </a:prstGeom>
                <a:blipFill>
                  <a:blip r:embed="rId35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B6BCC9-47CA-4E71-9507-951C88346F15}"/>
                </a:ext>
              </a:extLst>
            </p:cNvPr>
            <p:cNvCxnSpPr>
              <a:cxnSpLocks/>
              <a:stCxn id="112" idx="3"/>
              <a:endCxn id="113" idx="0"/>
            </p:cNvCxnSpPr>
            <p:nvPr/>
          </p:nvCxnSpPr>
          <p:spPr>
            <a:xfrm flipH="1">
              <a:off x="7222963" y="5043434"/>
              <a:ext cx="672618" cy="2334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F418E090-46F5-4AEE-BF61-509828A5B577}"/>
                </a:ext>
              </a:extLst>
            </p:cNvPr>
            <p:cNvCxnSpPr>
              <a:cxnSpLocks/>
              <a:stCxn id="112" idx="5"/>
              <a:endCxn id="114" idx="0"/>
            </p:cNvCxnSpPr>
            <p:nvPr/>
          </p:nvCxnSpPr>
          <p:spPr>
            <a:xfrm>
              <a:off x="8086920" y="5043434"/>
              <a:ext cx="673259" cy="2318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CE62F121-0539-4224-AC3A-76B2173C367C}"/>
                </a:ext>
              </a:extLst>
            </p:cNvPr>
            <p:cNvCxnSpPr>
              <a:cxnSpLocks/>
              <a:stCxn id="113" idx="3"/>
              <a:endCxn id="115" idx="0"/>
            </p:cNvCxnSpPr>
            <p:nvPr/>
          </p:nvCxnSpPr>
          <p:spPr>
            <a:xfrm flipH="1">
              <a:off x="6838499" y="5507806"/>
              <a:ext cx="288794" cy="166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B8DA81C0-2ABA-4F9F-A784-A5F3824CD2CC}"/>
                </a:ext>
              </a:extLst>
            </p:cNvPr>
            <p:cNvCxnSpPr>
              <a:cxnSpLocks/>
              <a:stCxn id="113" idx="5"/>
              <a:endCxn id="116" idx="0"/>
            </p:cNvCxnSpPr>
            <p:nvPr/>
          </p:nvCxnSpPr>
          <p:spPr>
            <a:xfrm>
              <a:off x="7318632" y="5507806"/>
              <a:ext cx="288795" cy="166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28399771-B576-4799-9DAE-7C6C167D9F66}"/>
                    </a:ext>
                  </a:extLst>
                </p:cNvPr>
                <p:cNvSpPr/>
                <p:nvPr/>
              </p:nvSpPr>
              <p:spPr>
                <a:xfrm>
                  <a:off x="6522679" y="6222275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28399771-B576-4799-9DAE-7C6C167D9F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679" y="6222275"/>
                  <a:ext cx="270595" cy="270595"/>
                </a:xfrm>
                <a:prstGeom prst="ellipse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椭圆 125">
                  <a:extLst>
                    <a:ext uri="{FF2B5EF4-FFF2-40B4-BE49-F238E27FC236}">
                      <a16:creationId xmlns:a16="http://schemas.microsoft.com/office/drawing/2014/main" id="{24C2ED7A-6C07-4F83-937B-A20F172E3FDA}"/>
                    </a:ext>
                  </a:extLst>
                </p:cNvPr>
                <p:cNvSpPr/>
                <p:nvPr/>
              </p:nvSpPr>
              <p:spPr>
                <a:xfrm>
                  <a:off x="6865565" y="6222274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椭圆 125">
                  <a:extLst>
                    <a:ext uri="{FF2B5EF4-FFF2-40B4-BE49-F238E27FC236}">
                      <a16:creationId xmlns:a16="http://schemas.microsoft.com/office/drawing/2014/main" id="{24C2ED7A-6C07-4F83-937B-A20F172E3F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565" y="6222274"/>
                  <a:ext cx="270595" cy="270595"/>
                </a:xfrm>
                <a:prstGeom prst="ellipse">
                  <a:avLst/>
                </a:prstGeom>
                <a:blipFill>
                  <a:blip r:embed="rId37"/>
                  <a:stretch>
                    <a:fillRect l="-12766" r="-148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椭圆 126">
                  <a:extLst>
                    <a:ext uri="{FF2B5EF4-FFF2-40B4-BE49-F238E27FC236}">
                      <a16:creationId xmlns:a16="http://schemas.microsoft.com/office/drawing/2014/main" id="{1A192A90-4B12-40E1-8331-D73127C5C4B5}"/>
                    </a:ext>
                  </a:extLst>
                </p:cNvPr>
                <p:cNvSpPr/>
                <p:nvPr/>
              </p:nvSpPr>
              <p:spPr>
                <a:xfrm>
                  <a:off x="7630995" y="6222274"/>
                  <a:ext cx="270595" cy="2705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椭圆 126">
                  <a:extLst>
                    <a:ext uri="{FF2B5EF4-FFF2-40B4-BE49-F238E27FC236}">
                      <a16:creationId xmlns:a16="http://schemas.microsoft.com/office/drawing/2014/main" id="{1A192A90-4B12-40E1-8331-D73127C5C4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0995" y="6222274"/>
                  <a:ext cx="270595" cy="270595"/>
                </a:xfrm>
                <a:prstGeom prst="ellipse">
                  <a:avLst/>
                </a:prstGeom>
                <a:blipFill>
                  <a:blip r:embed="rId38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49B6AA5F-40FF-4013-8859-5099DAD291A7}"/>
                </a:ext>
              </a:extLst>
            </p:cNvPr>
            <p:cNvCxnSpPr>
              <a:cxnSpLocks/>
              <a:stCxn id="115" idx="3"/>
              <a:endCxn id="125" idx="0"/>
            </p:cNvCxnSpPr>
            <p:nvPr/>
          </p:nvCxnSpPr>
          <p:spPr>
            <a:xfrm flipH="1">
              <a:off x="6657977" y="5905555"/>
              <a:ext cx="84852" cy="316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8DAD7483-E89F-4C6E-A973-9DD44364689C}"/>
                </a:ext>
              </a:extLst>
            </p:cNvPr>
            <p:cNvCxnSpPr>
              <a:cxnSpLocks/>
              <a:stCxn id="115" idx="5"/>
              <a:endCxn id="126" idx="0"/>
            </p:cNvCxnSpPr>
            <p:nvPr/>
          </p:nvCxnSpPr>
          <p:spPr>
            <a:xfrm>
              <a:off x="6934168" y="5905555"/>
              <a:ext cx="66695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CF61EE5D-C771-4A28-9399-80E41B9543EF}"/>
                </a:ext>
              </a:extLst>
            </p:cNvPr>
            <p:cNvCxnSpPr>
              <a:cxnSpLocks/>
              <a:stCxn id="116" idx="5"/>
              <a:endCxn id="127" idx="0"/>
            </p:cNvCxnSpPr>
            <p:nvPr/>
          </p:nvCxnSpPr>
          <p:spPr>
            <a:xfrm>
              <a:off x="7703096" y="5905555"/>
              <a:ext cx="63197" cy="3167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矩形 163">
            <a:extLst>
              <a:ext uri="{FF2B5EF4-FFF2-40B4-BE49-F238E27FC236}">
                <a16:creationId xmlns:a16="http://schemas.microsoft.com/office/drawing/2014/main" id="{C3580573-798C-41F3-ADA9-C14E456B01FE}"/>
              </a:ext>
            </a:extLst>
          </p:cNvPr>
          <p:cNvSpPr/>
          <p:nvPr/>
        </p:nvSpPr>
        <p:spPr>
          <a:xfrm>
            <a:off x="676793" y="5868995"/>
            <a:ext cx="1915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Perfectly Balanced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BAF7A289-2B9A-42E8-B0D8-CB6CA48E7F42}"/>
              </a:ext>
            </a:extLst>
          </p:cNvPr>
          <p:cNvSpPr/>
          <p:nvPr/>
        </p:nvSpPr>
        <p:spPr>
          <a:xfrm>
            <a:off x="3573443" y="5868995"/>
            <a:ext cx="262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Almost Perfectly Balanced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4FD48B44-A6E7-425E-A54C-BE067A0FF7EA}"/>
              </a:ext>
            </a:extLst>
          </p:cNvPr>
          <p:cNvSpPr/>
          <p:nvPr/>
        </p:nvSpPr>
        <p:spPr>
          <a:xfrm>
            <a:off x="6779922" y="5868993"/>
            <a:ext cx="2315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Not Perfectly Balanced</a:t>
            </a:r>
          </a:p>
        </p:txBody>
      </p:sp>
    </p:spTree>
    <p:extLst>
      <p:ext uri="{BB962C8B-B14F-4D97-AF65-F5344CB8AC3E}">
        <p14:creationId xmlns:p14="http://schemas.microsoft.com/office/powerpoint/2010/main" val="235325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/>
      <p:bldP spid="1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DD309E-6C37-4F25-A06F-9B8925267869}"/>
              </a:ext>
            </a:extLst>
          </p:cNvPr>
          <p:cNvSpPr/>
          <p:nvPr/>
        </p:nvSpPr>
        <p:spPr>
          <a:xfrm>
            <a:off x="628650" y="4385323"/>
            <a:ext cx="3236768" cy="4675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9FED7AC-21EE-479D-B96A-6CEED622CCC2}"/>
              </a:ext>
            </a:extLst>
          </p:cNvPr>
          <p:cNvSpPr/>
          <p:nvPr/>
        </p:nvSpPr>
        <p:spPr>
          <a:xfrm>
            <a:off x="628650" y="2836718"/>
            <a:ext cx="4327814" cy="4675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29028F-71F1-44EE-8A02-80222313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“Balanced” </a:t>
            </a:r>
            <a:r>
              <a:rPr lang="en-US" strike="sngStrike" dirty="0"/>
              <a:t>Binary</a:t>
            </a:r>
            <a:r>
              <a:rPr lang="en-US" dirty="0"/>
              <a:t> Search Trees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7A42E-0000-412C-A2B6-05CE21F0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AVL 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(Adelson-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Velsii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&amp; Landis, 1962)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/>
              <a:t>B-tree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(Bayer &amp; McCreight, 1970)</a:t>
            </a:r>
          </a:p>
          <a:p>
            <a:r>
              <a:rPr lang="en-US" dirty="0"/>
              <a:t>Red-black 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(Bayer, 1972)</a:t>
            </a:r>
          </a:p>
          <a:p>
            <a:r>
              <a:rPr lang="en-US" dirty="0"/>
              <a:t>Splay 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Sleator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Tarjan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, 1985)</a:t>
            </a:r>
          </a:p>
          <a:p>
            <a:r>
              <a:rPr lang="en-US" dirty="0" err="1"/>
              <a:t>Treap</a:t>
            </a:r>
            <a:r>
              <a:rPr lang="en-US" dirty="0"/>
              <a:t>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(Seidel &amp; Aragon, 1996)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Skip list</a:t>
            </a:r>
            <a:r>
              <a:rPr lang="en-US" dirty="0"/>
              <a:t>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(Pugh, 1989)</a:t>
            </a:r>
            <a:r>
              <a:rPr lang="en-US" dirty="0"/>
              <a:t> </a:t>
            </a:r>
          </a:p>
          <a:p>
            <a:r>
              <a:rPr lang="en-US" dirty="0"/>
              <a:t>and so on …</a:t>
            </a:r>
          </a:p>
        </p:txBody>
      </p:sp>
    </p:spTree>
    <p:extLst>
      <p:ext uri="{BB962C8B-B14F-4D97-AF65-F5344CB8AC3E}">
        <p14:creationId xmlns:p14="http://schemas.microsoft.com/office/powerpoint/2010/main" val="198792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D00B5-5132-45A6-8B28-26CCB412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 (RB-Tree)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67EB2-11D5-437D-A0C9-EB7821B10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A </a:t>
            </a:r>
            <a:r>
              <a:rPr lang="en-US" sz="2400" b="1" dirty="0"/>
              <a:t>Red-black Tree</a:t>
            </a:r>
            <a:r>
              <a:rPr lang="en-US" sz="2400" dirty="0"/>
              <a:t> (</a:t>
            </a:r>
            <a:r>
              <a:rPr lang="en-US" sz="2400" b="1" dirty="0"/>
              <a:t>RB-Tree</a:t>
            </a:r>
            <a:r>
              <a:rPr lang="en-US" sz="2400" dirty="0"/>
              <a:t>) is a BST in which each node has a </a:t>
            </a:r>
            <a:r>
              <a:rPr lang="en-US" sz="2400" i="1" dirty="0"/>
              <a:t>color</a:t>
            </a:r>
            <a:r>
              <a:rPr lang="en-US" sz="2400" dirty="0"/>
              <a:t>, and satisfies following properties: 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Every node is either red or black.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The root is black.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Every leaf is black.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chemeClr val="accent1">
                    <a:lumMod val="50000"/>
                  </a:schemeClr>
                </a:solidFill>
              </a:rPr>
              <a:t>[no-red-edge]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 If a node is red, </a:t>
            </a:r>
            <a:br>
              <a:rPr lang="en-US" sz="2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then both its children are black.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chemeClr val="accent1">
                    <a:lumMod val="50000"/>
                  </a:schemeClr>
                </a:solidFill>
              </a:rPr>
              <a:t>[black-height]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 For every node, </a:t>
            </a:r>
            <a:br>
              <a:rPr lang="en-US" sz="2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all paths from the node to </a:t>
            </a:r>
            <a:br>
              <a:rPr lang="en-US" sz="2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its descendant leaves contain </a:t>
            </a:r>
            <a:br>
              <a:rPr lang="en-US" sz="2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same number of black nodes.</a:t>
            </a:r>
          </a:p>
          <a:p>
            <a:pPr>
              <a:spcBef>
                <a:spcPts val="600"/>
              </a:spcBef>
            </a:pP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F4498D-8D37-4F0F-99E7-F9626D296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291" y="3001153"/>
            <a:ext cx="3590059" cy="173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9DF80-70D0-4DCF-8923-A20DB590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 Height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2D5BFF-2AA2-47ED-9BF7-AF2B81A37C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Call the number of black nodes on any simple path from, but not including, a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down to a leaf the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black-height</a:t>
                </a:r>
                <a:r>
                  <a:rPr lang="en-US" sz="2400" b="1" dirty="0"/>
                  <a:t> </a:t>
                </a:r>
                <a:r>
                  <a:rPr lang="en-US" sz="2400" dirty="0"/>
                  <a:t>of the node, denoted by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𝒃𝒉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Due to </a:t>
                </a:r>
                <a:r>
                  <a:rPr lang="en-US" sz="2400" u="sng" dirty="0"/>
                  <a:t>black-height property</a:t>
                </a:r>
                <a:r>
                  <a:rPr lang="en-US" sz="2400" dirty="0"/>
                  <a:t>, from the black-height perspective, RB-Trees are “perfectly balanced”.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Due to </a:t>
                </a:r>
                <a:r>
                  <a:rPr lang="en-US" sz="2400" u="sng" dirty="0"/>
                  <a:t>no-red-edge property</a:t>
                </a:r>
                <a:r>
                  <a:rPr lang="en-US" sz="2400" dirty="0"/>
                  <a:t>, actual height of a RB-Tree does not deviate a lot from its black-height.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D2D5BFF-2AA2-47ED-9BF7-AF2B81A37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38151AE0-3F74-4D87-A728-9D696C617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190" y="4312228"/>
            <a:ext cx="4524161" cy="218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54DCA676-4AB7-4B7F-9815-5FC839472D1A}"/>
              </a:ext>
            </a:extLst>
          </p:cNvPr>
          <p:cNvGrpSpPr/>
          <p:nvPr/>
        </p:nvGrpSpPr>
        <p:grpSpPr>
          <a:xfrm>
            <a:off x="3516404" y="4490482"/>
            <a:ext cx="5404331" cy="1777259"/>
            <a:chOff x="3516404" y="4490482"/>
            <a:chExt cx="5404331" cy="17772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FBF37C6-086F-471A-9332-75ADE3C2D61C}"/>
                    </a:ext>
                  </a:extLst>
                </p:cNvPr>
                <p:cNvSpPr txBox="1"/>
                <p:nvPr/>
              </p:nvSpPr>
              <p:spPr>
                <a:xfrm>
                  <a:off x="3930983" y="5884298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FBF37C6-086F-471A-9332-75ADE3C2D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0983" y="5884298"/>
                  <a:ext cx="681523" cy="272415"/>
                </a:xfrm>
                <a:prstGeom prst="roundRect">
                  <a:avLst/>
                </a:prstGeom>
                <a:blipFill>
                  <a:blip r:embed="rId4"/>
                  <a:stretch>
                    <a:fillRect l="-5357" r="-44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8D54047-CD0B-43D9-82B5-EB71B3C7CA8C}"/>
                    </a:ext>
                  </a:extLst>
                </p:cNvPr>
                <p:cNvSpPr txBox="1"/>
                <p:nvPr/>
              </p:nvSpPr>
              <p:spPr>
                <a:xfrm>
                  <a:off x="4672445" y="5485981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E8D54047-CD0B-43D9-82B5-EB71B3C7C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2445" y="5485981"/>
                  <a:ext cx="681523" cy="272415"/>
                </a:xfrm>
                <a:prstGeom prst="roundRect">
                  <a:avLst/>
                </a:prstGeom>
                <a:blipFill>
                  <a:blip r:embed="rId5"/>
                  <a:stretch>
                    <a:fillRect l="-4464" r="-44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C020513-873D-4D4F-8C77-95E292941A20}"/>
                    </a:ext>
                  </a:extLst>
                </p:cNvPr>
                <p:cNvSpPr txBox="1"/>
                <p:nvPr/>
              </p:nvSpPr>
              <p:spPr>
                <a:xfrm>
                  <a:off x="3516404" y="5485981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C020513-873D-4D4F-8C77-95E292941A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6404" y="5485981"/>
                  <a:ext cx="681523" cy="272415"/>
                </a:xfrm>
                <a:prstGeom prst="roundRect">
                  <a:avLst/>
                </a:prstGeom>
                <a:blipFill>
                  <a:blip r:embed="rId6"/>
                  <a:stretch>
                    <a:fillRect l="-5357" r="-44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175D9F3-1910-4E02-8C6E-EE65B9AE8EA1}"/>
                    </a:ext>
                  </a:extLst>
                </p:cNvPr>
                <p:cNvSpPr txBox="1"/>
                <p:nvPr/>
              </p:nvSpPr>
              <p:spPr>
                <a:xfrm>
                  <a:off x="4119078" y="5013613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175D9F3-1910-4E02-8C6E-EE65B9AE8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078" y="5013613"/>
                  <a:ext cx="681523" cy="272415"/>
                </a:xfrm>
                <a:prstGeom prst="roundRect">
                  <a:avLst/>
                </a:prstGeom>
                <a:blipFill>
                  <a:blip r:embed="rId7"/>
                  <a:stretch>
                    <a:fillRect l="-5357" r="-3571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ADCBCC-2FC0-4996-9A86-38BE8A95397B}"/>
                    </a:ext>
                  </a:extLst>
                </p:cNvPr>
                <p:cNvSpPr txBox="1"/>
                <p:nvPr/>
              </p:nvSpPr>
              <p:spPr>
                <a:xfrm>
                  <a:off x="5199732" y="4490482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ADCBCC-2FC0-4996-9A86-38BE8A953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9732" y="4490482"/>
                  <a:ext cx="681523" cy="272415"/>
                </a:xfrm>
                <a:prstGeom prst="roundRect">
                  <a:avLst/>
                </a:prstGeom>
                <a:blipFill>
                  <a:blip r:embed="rId8"/>
                  <a:stretch>
                    <a:fillRect l="-5357" r="-4464"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4DF5440-7506-46F4-A602-50ED038A9821}"/>
                    </a:ext>
                  </a:extLst>
                </p:cNvPr>
                <p:cNvSpPr txBox="1"/>
                <p:nvPr/>
              </p:nvSpPr>
              <p:spPr>
                <a:xfrm>
                  <a:off x="6425859" y="5995326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4DF5440-7506-46F4-A602-50ED038A9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5859" y="5995326"/>
                  <a:ext cx="681523" cy="272415"/>
                </a:xfrm>
                <a:prstGeom prst="roundRect">
                  <a:avLst/>
                </a:prstGeom>
                <a:blipFill>
                  <a:blip r:embed="rId9"/>
                  <a:stretch>
                    <a:fillRect l="-5357" r="-4464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720AD05-B5E7-4312-BAFA-8E15A650A522}"/>
                    </a:ext>
                  </a:extLst>
                </p:cNvPr>
                <p:cNvSpPr txBox="1"/>
                <p:nvPr/>
              </p:nvSpPr>
              <p:spPr>
                <a:xfrm>
                  <a:off x="8239212" y="5995325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720AD05-B5E7-4312-BAFA-8E15A650A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9212" y="5995325"/>
                  <a:ext cx="681523" cy="272415"/>
                </a:xfrm>
                <a:prstGeom prst="roundRect">
                  <a:avLst/>
                </a:prstGeom>
                <a:blipFill>
                  <a:blip r:embed="rId10"/>
                  <a:stretch>
                    <a:fillRect l="-5405" r="-4505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9D7A867-911E-4E49-8335-565A602CCA99}"/>
                    </a:ext>
                  </a:extLst>
                </p:cNvPr>
                <p:cNvSpPr txBox="1"/>
                <p:nvPr/>
              </p:nvSpPr>
              <p:spPr>
                <a:xfrm>
                  <a:off x="7894034" y="5461045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9D7A867-911E-4E49-8335-565A602CC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034" y="5461045"/>
                  <a:ext cx="681523" cy="272415"/>
                </a:xfrm>
                <a:prstGeom prst="roundRect">
                  <a:avLst/>
                </a:prstGeom>
                <a:blipFill>
                  <a:blip r:embed="rId11"/>
                  <a:stretch>
                    <a:fillRect l="-5357" r="-44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FF6227C-8D4E-4A5D-B9F9-06FA04C3735B}"/>
                    </a:ext>
                  </a:extLst>
                </p:cNvPr>
                <p:cNvSpPr txBox="1"/>
                <p:nvPr/>
              </p:nvSpPr>
              <p:spPr>
                <a:xfrm>
                  <a:off x="6784797" y="5462206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FF6227C-8D4E-4A5D-B9F9-06FA04C37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97" y="5462206"/>
                  <a:ext cx="681523" cy="272415"/>
                </a:xfrm>
                <a:prstGeom prst="roundRect">
                  <a:avLst/>
                </a:prstGeom>
                <a:blipFill>
                  <a:blip r:embed="rId12"/>
                  <a:stretch>
                    <a:fillRect l="-5357" r="-44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3E2F5BC-DD5F-413F-9525-58A539746464}"/>
                    </a:ext>
                  </a:extLst>
                </p:cNvPr>
                <p:cNvSpPr txBox="1"/>
                <p:nvPr/>
              </p:nvSpPr>
              <p:spPr>
                <a:xfrm>
                  <a:off x="7329868" y="5013612"/>
                  <a:ext cx="681523" cy="272415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3E2F5BC-DD5F-413F-9525-58A5397464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9868" y="5013612"/>
                  <a:ext cx="681523" cy="272415"/>
                </a:xfrm>
                <a:prstGeom prst="roundRect">
                  <a:avLst/>
                </a:prstGeom>
                <a:blipFill>
                  <a:blip r:embed="rId13"/>
                  <a:stretch>
                    <a:fillRect l="-4464" r="-4464"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061AB24-E650-45CB-A4BF-46247BFB98D8}"/>
              </a:ext>
            </a:extLst>
          </p:cNvPr>
          <p:cNvGrpSpPr/>
          <p:nvPr/>
        </p:nvGrpSpPr>
        <p:grpSpPr>
          <a:xfrm>
            <a:off x="631964" y="5058212"/>
            <a:ext cx="3128060" cy="855537"/>
            <a:chOff x="297848" y="4877923"/>
            <a:chExt cx="3128060" cy="85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D3A05B17-5822-4C8B-AA6A-79EDB7237DBF}"/>
                    </a:ext>
                  </a:extLst>
                </p:cNvPr>
                <p:cNvSpPr/>
                <p:nvPr/>
              </p:nvSpPr>
              <p:spPr>
                <a:xfrm>
                  <a:off x="1561104" y="4877923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D3A05B17-5822-4C8B-AA6A-79EDB7237D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104" y="4877923"/>
                  <a:ext cx="270595" cy="270595"/>
                </a:xfrm>
                <a:prstGeom prst="ellipse">
                  <a:avLst/>
                </a:prstGeom>
                <a:blipFill>
                  <a:blip r:embed="rId14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B77A985-EB2C-43CC-821A-990E584D0760}"/>
                </a:ext>
              </a:extLst>
            </p:cNvPr>
            <p:cNvCxnSpPr>
              <a:cxnSpLocks/>
              <a:stCxn id="19" idx="6"/>
              <a:endCxn id="16" idx="2"/>
            </p:cNvCxnSpPr>
            <p:nvPr/>
          </p:nvCxnSpPr>
          <p:spPr>
            <a:xfrm flipV="1">
              <a:off x="1056539" y="5013221"/>
              <a:ext cx="504565" cy="1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9C46267-2F25-4A92-A601-606390CAC2C0}"/>
                    </a:ext>
                  </a:extLst>
                </p:cNvPr>
                <p:cNvSpPr/>
                <p:nvPr/>
              </p:nvSpPr>
              <p:spPr>
                <a:xfrm>
                  <a:off x="2336264" y="4877923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9C46267-2F25-4A92-A601-606390CAC2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264" y="4877923"/>
                  <a:ext cx="270595" cy="270595"/>
                </a:xfrm>
                <a:prstGeom prst="ellipse">
                  <a:avLst/>
                </a:prstGeom>
                <a:blipFill>
                  <a:blip r:embed="rId15"/>
                  <a:stretch>
                    <a:fillRect l="-13043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46855184-2004-4F2D-8A87-62E2E06BFCE0}"/>
                    </a:ext>
                  </a:extLst>
                </p:cNvPr>
                <p:cNvSpPr/>
                <p:nvPr/>
              </p:nvSpPr>
              <p:spPr>
                <a:xfrm>
                  <a:off x="785944" y="4879224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46855184-2004-4F2D-8A87-62E2E06BFC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44" y="4879224"/>
                  <a:ext cx="270595" cy="270595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D992AE3-09E5-48DE-A752-22700374C63D}"/>
                    </a:ext>
                  </a:extLst>
                </p:cNvPr>
                <p:cNvSpPr/>
                <p:nvPr/>
              </p:nvSpPr>
              <p:spPr>
                <a:xfrm>
                  <a:off x="297848" y="546286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FD992AE3-09E5-48DE-A752-22700374C6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48" y="5462865"/>
                  <a:ext cx="270595" cy="270595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6A3711CC-95F1-4C05-B578-4B77C14CDE3E}"/>
                    </a:ext>
                  </a:extLst>
                </p:cNvPr>
                <p:cNvSpPr/>
                <p:nvPr/>
              </p:nvSpPr>
              <p:spPr>
                <a:xfrm>
                  <a:off x="1240468" y="546286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6A3711CC-95F1-4C05-B578-4B77C14CDE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0468" y="5462865"/>
                  <a:ext cx="270595" cy="270595"/>
                </a:xfrm>
                <a:prstGeom prst="ellipse">
                  <a:avLst/>
                </a:prstGeom>
                <a:blipFill>
                  <a:blip r:embed="rId18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3CD01BE0-A04F-468D-BE3B-404A955B361F}"/>
                    </a:ext>
                  </a:extLst>
                </p:cNvPr>
                <p:cNvSpPr/>
                <p:nvPr/>
              </p:nvSpPr>
              <p:spPr>
                <a:xfrm>
                  <a:off x="1900280" y="546286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3CD01BE0-A04F-468D-BE3B-404A955B36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0280" y="5462865"/>
                  <a:ext cx="270595" cy="270595"/>
                </a:xfrm>
                <a:prstGeom prst="ellipse">
                  <a:avLst/>
                </a:prstGeom>
                <a:blipFill>
                  <a:blip r:embed="rId19"/>
                  <a:stretch>
                    <a:fillRect l="-15217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091E8628-A22D-45FE-886A-19D26005D5B4}"/>
                    </a:ext>
                  </a:extLst>
                </p:cNvPr>
                <p:cNvSpPr/>
                <p:nvPr/>
              </p:nvSpPr>
              <p:spPr>
                <a:xfrm>
                  <a:off x="2776147" y="546104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091E8628-A22D-45FE-886A-19D26005D5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6147" y="5461045"/>
                  <a:ext cx="270595" cy="270595"/>
                </a:xfrm>
                <a:prstGeom prst="ellipse">
                  <a:avLst/>
                </a:prstGeom>
                <a:blipFill>
                  <a:blip r:embed="rId20"/>
                  <a:stretch>
                    <a:fillRect l="-12766" r="-148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7BF7A98-FE8C-4EAB-9A01-FCF0B2B171E8}"/>
                </a:ext>
              </a:extLst>
            </p:cNvPr>
            <p:cNvCxnSpPr>
              <a:cxnSpLocks/>
              <a:stCxn id="16" idx="6"/>
              <a:endCxn id="18" idx="2"/>
            </p:cNvCxnSpPr>
            <p:nvPr/>
          </p:nvCxnSpPr>
          <p:spPr>
            <a:xfrm>
              <a:off x="1831699" y="5013221"/>
              <a:ext cx="50456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556188D-3122-4B29-8685-88A175056A08}"/>
                </a:ext>
              </a:extLst>
            </p:cNvPr>
            <p:cNvCxnSpPr>
              <a:cxnSpLocks/>
              <a:stCxn id="19" idx="5"/>
              <a:endCxn id="21" idx="0"/>
            </p:cNvCxnSpPr>
            <p:nvPr/>
          </p:nvCxnSpPr>
          <p:spPr>
            <a:xfrm>
              <a:off x="1016911" y="5110191"/>
              <a:ext cx="358855" cy="3526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529EC7C-E1BF-4774-B0DD-0519D79AF965}"/>
                </a:ext>
              </a:extLst>
            </p:cNvPr>
            <p:cNvCxnSpPr>
              <a:cxnSpLocks/>
              <a:stCxn id="20" idx="0"/>
              <a:endCxn id="19" idx="3"/>
            </p:cNvCxnSpPr>
            <p:nvPr/>
          </p:nvCxnSpPr>
          <p:spPr>
            <a:xfrm flipV="1">
              <a:off x="433146" y="5110191"/>
              <a:ext cx="392426" cy="3526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B2E1653-FC74-4716-84A0-F42D7954893D}"/>
                </a:ext>
              </a:extLst>
            </p:cNvPr>
            <p:cNvCxnSpPr>
              <a:cxnSpLocks/>
              <a:stCxn id="22" idx="0"/>
              <a:endCxn id="18" idx="3"/>
            </p:cNvCxnSpPr>
            <p:nvPr/>
          </p:nvCxnSpPr>
          <p:spPr>
            <a:xfrm flipV="1">
              <a:off x="2035578" y="5108890"/>
              <a:ext cx="340314" cy="3539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9CEDB3F9-9AED-466B-9445-A59807C83C92}"/>
                </a:ext>
              </a:extLst>
            </p:cNvPr>
            <p:cNvCxnSpPr>
              <a:cxnSpLocks/>
              <a:stCxn id="18" idx="5"/>
              <a:endCxn id="23" idx="0"/>
            </p:cNvCxnSpPr>
            <p:nvPr/>
          </p:nvCxnSpPr>
          <p:spPr>
            <a:xfrm>
              <a:off x="2567231" y="5108890"/>
              <a:ext cx="344214" cy="3521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DCB1EA4D-4998-40D5-9360-B1B8428B9D65}"/>
                    </a:ext>
                  </a:extLst>
                </p:cNvPr>
                <p:cNvSpPr/>
                <p:nvPr/>
              </p:nvSpPr>
              <p:spPr>
                <a:xfrm>
                  <a:off x="685237" y="546104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DCB1EA4D-4998-40D5-9360-B1B8428B9D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237" y="5461042"/>
                  <a:ext cx="270595" cy="270595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A7FFD945-3574-4799-9BEF-AEB2776E2461}"/>
                    </a:ext>
                  </a:extLst>
                </p:cNvPr>
                <p:cNvSpPr/>
                <p:nvPr/>
              </p:nvSpPr>
              <p:spPr>
                <a:xfrm>
                  <a:off x="2395097" y="5461044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A7FFD945-3574-4799-9BEF-AEB2776E24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097" y="5461044"/>
                  <a:ext cx="270595" cy="270595"/>
                </a:xfrm>
                <a:prstGeom prst="ellipse">
                  <a:avLst/>
                </a:prstGeom>
                <a:blipFill>
                  <a:blip r:embed="rId22"/>
                  <a:stretch>
                    <a:fillRect l="-13043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5050D875-DCFB-481C-8C25-D5BB82CDB07E}"/>
                    </a:ext>
                  </a:extLst>
                </p:cNvPr>
                <p:cNvSpPr/>
                <p:nvPr/>
              </p:nvSpPr>
              <p:spPr>
                <a:xfrm>
                  <a:off x="3155313" y="5461043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5050D875-DCFB-481C-8C25-D5BB82CDB0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5313" y="5461043"/>
                  <a:ext cx="270595" cy="270595"/>
                </a:xfrm>
                <a:prstGeom prst="ellipse">
                  <a:avLst/>
                </a:prstGeom>
                <a:blipFill>
                  <a:blip r:embed="rId23"/>
                  <a:stretch>
                    <a:fillRect l="-12766" r="-12766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2D148772-3742-408B-B4DE-B830A5308648}"/>
                </a:ext>
              </a:extLst>
            </p:cNvPr>
            <p:cNvCxnSpPr>
              <a:cxnSpLocks/>
              <a:stCxn id="20" idx="6"/>
              <a:endCxn id="41" idx="2"/>
            </p:cNvCxnSpPr>
            <p:nvPr/>
          </p:nvCxnSpPr>
          <p:spPr>
            <a:xfrm flipV="1">
              <a:off x="568443" y="5596340"/>
              <a:ext cx="116794" cy="18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16E6BE42-FDD7-4E45-8358-96259E71772B}"/>
                </a:ext>
              </a:extLst>
            </p:cNvPr>
            <p:cNvCxnSpPr>
              <a:cxnSpLocks/>
              <a:stCxn id="42" idx="6"/>
              <a:endCxn id="23" idx="2"/>
            </p:cNvCxnSpPr>
            <p:nvPr/>
          </p:nvCxnSpPr>
          <p:spPr>
            <a:xfrm>
              <a:off x="2665692" y="5596342"/>
              <a:ext cx="110455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8D2D0301-42A3-4EAA-BF2C-28552B03A435}"/>
                </a:ext>
              </a:extLst>
            </p:cNvPr>
            <p:cNvCxnSpPr>
              <a:cxnSpLocks/>
              <a:stCxn id="23" idx="6"/>
              <a:endCxn id="43" idx="2"/>
            </p:cNvCxnSpPr>
            <p:nvPr/>
          </p:nvCxnSpPr>
          <p:spPr>
            <a:xfrm flipV="1">
              <a:off x="3046742" y="5596341"/>
              <a:ext cx="108571" cy="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F4C0F886-38A3-4DA3-810E-E22960C4C6BF}"/>
              </a:ext>
            </a:extLst>
          </p:cNvPr>
          <p:cNvSpPr txBox="1"/>
          <p:nvPr/>
        </p:nvSpPr>
        <p:spPr>
          <a:xfrm>
            <a:off x="631588" y="4296881"/>
            <a:ext cx="3634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RB-Trees are well balanced!</a:t>
            </a:r>
          </a:p>
        </p:txBody>
      </p:sp>
    </p:spTree>
    <p:extLst>
      <p:ext uri="{BB962C8B-B14F-4D97-AF65-F5344CB8AC3E}">
        <p14:creationId xmlns:p14="http://schemas.microsoft.com/office/powerpoint/2010/main" val="318064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9D65-2784-47B6-8CA3-F7260ABF7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of RB-Trees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F36369-DD3E-4941-9A78-6B3927DD4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Claim:</a:t>
                </a:r>
                <a:r>
                  <a:rPr lang="en-US" sz="2400" dirty="0"/>
                  <a:t> In a RB-Tree, the subtree rooted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contains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internal nodes.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Proof</a:t>
                </a:r>
                <a:r>
                  <a:rPr lang="en-US" sz="2400" dirty="0"/>
                  <a:t> </a:t>
                </a:r>
                <a:r>
                  <a:rPr lang="en-US" sz="2000" dirty="0"/>
                  <a:t>(via induction on height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400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[Basis]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a leaf,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and the claim holds.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[Hypothesis]</a:t>
                </a:r>
                <a:r>
                  <a:rPr lang="en-US" sz="2000" dirty="0"/>
                  <a:t> The claim holds for all nodes with height at 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[Inductive Step]</a:t>
                </a:r>
                <a:r>
                  <a:rPr lang="en-US" sz="2000" dirty="0"/>
                  <a:t> Consider a node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with height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000" dirty="0"/>
                  <a:t>. It must have two children. (Why?) So the number of internal nodes rooted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≥1+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𝑏h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𝑏h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𝑟𝑖𝑔h𝑡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𝑏h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𝑏h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F36369-DD3E-4941-9A78-6B3927DD4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35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9D65-2784-47B6-8CA3-F7260ABF7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of RB-Trees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F36369-DD3E-4941-9A78-6B3927DD4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Claim:</a:t>
                </a:r>
                <a:r>
                  <a:rPr lang="en-US" sz="2400" dirty="0"/>
                  <a:t> In a RB-Tree, the subtree rooted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contains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 internal nodes.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Due to no-red-edge: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h𝑒𝑖𝑔h𝑡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𝑟𝑜𝑜𝑡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𝑟𝑜𝑜𝑡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𝑏h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𝑟𝑜𝑜𝑡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−1≥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, implying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≤2⋅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Theorem:</a:t>
                </a:r>
                <a:r>
                  <a:rPr lang="en-US" sz="2400" dirty="0">
                    <a:solidFill>
                      <a:srgbClr val="C00000"/>
                    </a:solidFill>
                  </a:rPr>
                  <a:t> The height of 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-node RB-Tree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RB-Trees support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Search</a:t>
                </a:r>
                <a:r>
                  <a:rPr lang="en-US" sz="2400" dirty="0"/>
                  <a:t>,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Min</a:t>
                </a:r>
                <a:r>
                  <a:rPr lang="en-US" sz="2400" dirty="0"/>
                  <a:t>,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Max</a:t>
                </a:r>
                <a:r>
                  <a:rPr lang="en-US" sz="2400" dirty="0"/>
                  <a:t>,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Predecessor</a:t>
                </a:r>
                <a:r>
                  <a:rPr lang="en-US" sz="2400" dirty="0">
                    <a:cs typeface="Courier New" panose="02070309020205020404" pitchFamily="49" charset="0"/>
                  </a:rPr>
                  <a:t>, </a:t>
                </a: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Successor</a:t>
                </a:r>
                <a:r>
                  <a:rPr lang="en-US" sz="2400" dirty="0">
                    <a:cs typeface="Courier New" panose="02070309020205020404" pitchFamily="49" charset="0"/>
                  </a:rPr>
                  <a:t> operations in worst-case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/>
                  <a:t> time!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What about </a:t>
                </a:r>
                <a:r>
                  <a:rPr lang="en-US" sz="24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Insert</a:t>
                </a:r>
                <a:r>
                  <a:rPr lang="en-US" sz="2400" dirty="0">
                    <a:solidFill>
                      <a:srgbClr val="C00000"/>
                    </a:solidFill>
                  </a:rPr>
                  <a:t> and </a:t>
                </a:r>
                <a:r>
                  <a:rPr lang="en-US" sz="24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Remove</a:t>
                </a:r>
                <a:r>
                  <a:rPr lang="en-US" sz="2400" dirty="0">
                    <a:solidFill>
                      <a:srgbClr val="C00000"/>
                    </a:solidFill>
                  </a:rPr>
                  <a:t>?!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6F36369-DD3E-4941-9A78-6B3927DD4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44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48377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No fix is needed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has a black parent after insertion.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483771"/>
              </a:xfrm>
              <a:blipFill>
                <a:blip r:embed="rId3"/>
                <a:stretch>
                  <a:fillRect l="-1005" t="-5738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7BDBB77-8A68-4E4A-B1B9-8E97E972EF14}"/>
              </a:ext>
            </a:extLst>
          </p:cNvPr>
          <p:cNvSpPr txBox="1"/>
          <p:nvPr/>
        </p:nvSpPr>
        <p:spPr>
          <a:xfrm>
            <a:off x="5499075" y="4197815"/>
            <a:ext cx="301627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property.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1F19A2D-425D-4214-9A7F-C24CCB60B2A5}"/>
              </a:ext>
            </a:extLst>
          </p:cNvPr>
          <p:cNvGrpSpPr/>
          <p:nvPr/>
        </p:nvGrpSpPr>
        <p:grpSpPr>
          <a:xfrm>
            <a:off x="896032" y="3919250"/>
            <a:ext cx="2748894" cy="1524765"/>
            <a:chOff x="1099554" y="3429000"/>
            <a:chExt cx="2748894" cy="1524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D834D53-E9E7-437F-90CD-B848C2B43694}"/>
                    </a:ext>
                  </a:extLst>
                </p:cNvPr>
                <p:cNvSpPr/>
                <p:nvPr/>
              </p:nvSpPr>
              <p:spPr>
                <a:xfrm>
                  <a:off x="2362810" y="3429000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D834D53-E9E7-437F-90CD-B848C2B436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810" y="3429000"/>
                  <a:ext cx="270595" cy="270595"/>
                </a:xfrm>
                <a:prstGeom prst="ellipse">
                  <a:avLst/>
                </a:prstGeom>
                <a:blipFill>
                  <a:blip r:embed="rId4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0ABFA46-F06F-4C50-A323-AFC58E39BD6A}"/>
                </a:ext>
              </a:extLst>
            </p:cNvPr>
            <p:cNvCxnSpPr>
              <a:cxnSpLocks/>
              <a:stCxn id="9" idx="7"/>
              <a:endCxn id="6" idx="3"/>
            </p:cNvCxnSpPr>
            <p:nvPr/>
          </p:nvCxnSpPr>
          <p:spPr>
            <a:xfrm flipV="1">
              <a:off x="1818617" y="3659967"/>
              <a:ext cx="583821" cy="2057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2AFD8617-5AB1-45AD-8A59-1A4F88B69E57}"/>
                    </a:ext>
                  </a:extLst>
                </p:cNvPr>
                <p:cNvSpPr/>
                <p:nvPr/>
              </p:nvSpPr>
              <p:spPr>
                <a:xfrm>
                  <a:off x="3137970" y="3824810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2AFD8617-5AB1-45AD-8A59-1A4F88B69E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970" y="3824810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F74A954C-A447-4E7A-A87A-9A91D2748400}"/>
                    </a:ext>
                  </a:extLst>
                </p:cNvPr>
                <p:cNvSpPr/>
                <p:nvPr/>
              </p:nvSpPr>
              <p:spPr>
                <a:xfrm>
                  <a:off x="1587650" y="3826111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F74A954C-A447-4E7A-A87A-9A91D27484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7650" y="3826111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D7EF317-0CA9-46AD-B053-BCF83F9702F8}"/>
                    </a:ext>
                  </a:extLst>
                </p:cNvPr>
                <p:cNvSpPr/>
                <p:nvPr/>
              </p:nvSpPr>
              <p:spPr>
                <a:xfrm>
                  <a:off x="1099554" y="4274454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D7EF317-0CA9-46AD-B053-BCF83F9702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4" y="4274454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645F287-C8AF-4229-8A13-E41936EB2E30}"/>
                    </a:ext>
                  </a:extLst>
                </p:cNvPr>
                <p:cNvSpPr/>
                <p:nvPr/>
              </p:nvSpPr>
              <p:spPr>
                <a:xfrm>
                  <a:off x="2042174" y="4274454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645F287-C8AF-4229-8A13-E41936EB2E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2174" y="4274454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A7CE5D0A-4A26-4DC9-899D-B862C79B1EFD}"/>
                    </a:ext>
                  </a:extLst>
                </p:cNvPr>
                <p:cNvSpPr/>
                <p:nvPr/>
              </p:nvSpPr>
              <p:spPr>
                <a:xfrm>
                  <a:off x="3577853" y="4272634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A7CE5D0A-4A26-4DC9-899D-B862C79B1E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7853" y="4272634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89739BE-67F1-46A7-B1C4-4D7BE3BECBE4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2593777" y="3659967"/>
              <a:ext cx="583821" cy="204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5A024DC-74AA-4FF1-B58F-8C9957418D2E}"/>
                </a:ext>
              </a:extLst>
            </p:cNvPr>
            <p:cNvCxnSpPr>
              <a:cxnSpLocks/>
              <a:stCxn id="9" idx="5"/>
              <a:endCxn id="11" idx="0"/>
            </p:cNvCxnSpPr>
            <p:nvPr/>
          </p:nvCxnSpPr>
          <p:spPr>
            <a:xfrm>
              <a:off x="1818617" y="4057078"/>
              <a:ext cx="358855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538A5BB-E32D-40C7-8116-B547103C4380}"/>
                </a:ext>
              </a:extLst>
            </p:cNvPr>
            <p:cNvCxnSpPr>
              <a:cxnSpLocks/>
              <a:stCxn id="10" idx="0"/>
              <a:endCxn id="9" idx="3"/>
            </p:cNvCxnSpPr>
            <p:nvPr/>
          </p:nvCxnSpPr>
          <p:spPr>
            <a:xfrm flipV="1">
              <a:off x="1234852" y="4057078"/>
              <a:ext cx="392426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09A4DAB-9A2D-4B22-AFF7-FF3568DEAD31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3368937" y="4055777"/>
              <a:ext cx="344214" cy="2168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FE08ACF4-EB2B-4FD8-8EFA-509CDFA4184D}"/>
                    </a:ext>
                  </a:extLst>
                </p:cNvPr>
                <p:cNvSpPr/>
                <p:nvPr/>
              </p:nvSpPr>
              <p:spPr>
                <a:xfrm>
                  <a:off x="1722947" y="4683170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FE08ACF4-EB2B-4FD8-8EFA-509CDFA4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2947" y="4683170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10BA7B12-D867-4532-A41A-C5B0C3D236DE}"/>
                    </a:ext>
                  </a:extLst>
                </p:cNvPr>
                <p:cNvSpPr/>
                <p:nvPr/>
              </p:nvSpPr>
              <p:spPr>
                <a:xfrm>
                  <a:off x="2362809" y="4683169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10BA7B12-D867-4532-A41A-C5B0C3D236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809" y="4683169"/>
                  <a:ext cx="270595" cy="270595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CA6D86E-027F-42F2-BD53-CBB1241C0687}"/>
                </a:ext>
              </a:extLst>
            </p:cNvPr>
            <p:cNvCxnSpPr>
              <a:cxnSpLocks/>
              <a:stCxn id="34" idx="0"/>
              <a:endCxn id="11" idx="3"/>
            </p:cNvCxnSpPr>
            <p:nvPr/>
          </p:nvCxnSpPr>
          <p:spPr>
            <a:xfrm flipV="1">
              <a:off x="1858245" y="4505421"/>
              <a:ext cx="223557" cy="177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C323098-4B17-44DE-BC86-360FE40DBB36}"/>
                </a:ext>
              </a:extLst>
            </p:cNvPr>
            <p:cNvCxnSpPr>
              <a:cxnSpLocks/>
              <a:stCxn id="35" idx="0"/>
              <a:endCxn id="11" idx="5"/>
            </p:cNvCxnSpPr>
            <p:nvPr/>
          </p:nvCxnSpPr>
          <p:spPr>
            <a:xfrm flipH="1" flipV="1">
              <a:off x="2273141" y="4505421"/>
              <a:ext cx="224966" cy="177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31CAE66-47E9-4B4A-BA55-F9E9D277391E}"/>
              </a:ext>
            </a:extLst>
          </p:cNvPr>
          <p:cNvGrpSpPr/>
          <p:nvPr/>
        </p:nvGrpSpPr>
        <p:grpSpPr>
          <a:xfrm>
            <a:off x="1126999" y="4995671"/>
            <a:ext cx="358385" cy="450649"/>
            <a:chOff x="1330521" y="4505421"/>
            <a:chExt cx="358385" cy="4506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C492A63E-4E0D-47EE-B6C3-552DA8945A54}"/>
                    </a:ext>
                  </a:extLst>
                </p:cNvPr>
                <p:cNvSpPr/>
                <p:nvPr/>
              </p:nvSpPr>
              <p:spPr>
                <a:xfrm>
                  <a:off x="1418311" y="468547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C492A63E-4E0D-47EE-B6C3-552DA8945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311" y="4685475"/>
                  <a:ext cx="270595" cy="270595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DC116EF-2A72-48CC-8134-D58E8AB9235F}"/>
                </a:ext>
              </a:extLst>
            </p:cNvPr>
            <p:cNvCxnSpPr>
              <a:cxnSpLocks/>
              <a:stCxn id="36" idx="0"/>
              <a:endCxn id="10" idx="5"/>
            </p:cNvCxnSpPr>
            <p:nvPr/>
          </p:nvCxnSpPr>
          <p:spPr>
            <a:xfrm flipH="1" flipV="1">
              <a:off x="1330521" y="4505421"/>
              <a:ext cx="223088" cy="180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94EA1996-A369-43BA-9ED2-3A6B44E4C95A}"/>
              </a:ext>
            </a:extLst>
          </p:cNvPr>
          <p:cNvSpPr txBox="1"/>
          <p:nvPr/>
        </p:nvSpPr>
        <p:spPr>
          <a:xfrm>
            <a:off x="2682165" y="3340604"/>
            <a:ext cx="289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Insert element with key 2.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ABBBACEF-6DFF-4D07-A4EA-95AFCD99E779}"/>
              </a:ext>
            </a:extLst>
          </p:cNvPr>
          <p:cNvSpPr/>
          <p:nvPr/>
        </p:nvSpPr>
        <p:spPr>
          <a:xfrm>
            <a:off x="5499075" y="4871055"/>
            <a:ext cx="1826516" cy="29625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7763E3CF-99DE-4CB4-95E2-4ECD33346A39}"/>
              </a:ext>
            </a:extLst>
          </p:cNvPr>
          <p:cNvSpPr/>
          <p:nvPr/>
        </p:nvSpPr>
        <p:spPr>
          <a:xfrm>
            <a:off x="5499075" y="5444015"/>
            <a:ext cx="2647398" cy="692792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B87A804-F155-411C-8678-309EA6327BBB}"/>
              </a:ext>
            </a:extLst>
          </p:cNvPr>
          <p:cNvSpPr/>
          <p:nvPr/>
        </p:nvSpPr>
        <p:spPr>
          <a:xfrm>
            <a:off x="1837461" y="1687235"/>
            <a:ext cx="1854907" cy="42728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72D21086-A2B9-4A1C-9D5B-580CA35C6D94}"/>
              </a:ext>
            </a:extLst>
          </p:cNvPr>
          <p:cNvGrpSpPr/>
          <p:nvPr/>
        </p:nvGrpSpPr>
        <p:grpSpPr>
          <a:xfrm>
            <a:off x="3692368" y="2114516"/>
            <a:ext cx="5075264" cy="1410145"/>
            <a:chOff x="3021737" y="1715719"/>
            <a:chExt cx="5075264" cy="1410145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CA103E90-253C-4870-8042-BF5EDA9DE6C3}"/>
                </a:ext>
              </a:extLst>
            </p:cNvPr>
            <p:cNvCxnSpPr>
              <a:cxnSpLocks/>
            </p:cNvCxnSpPr>
            <p:nvPr/>
          </p:nvCxnSpPr>
          <p:spPr>
            <a:xfrm>
              <a:off x="3021737" y="1715719"/>
              <a:ext cx="1965899" cy="975085"/>
            </a:xfrm>
            <a:prstGeom prst="line">
              <a:avLst/>
            </a:prstGeom>
            <a:ln w="3810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0E412AA1-77BB-43CB-8E3F-1DEB32A82012}"/>
                </a:ext>
              </a:extLst>
            </p:cNvPr>
            <p:cNvSpPr txBox="1"/>
            <p:nvPr/>
          </p:nvSpPr>
          <p:spPr>
            <a:xfrm>
              <a:off x="4988778" y="2417978"/>
              <a:ext cx="31082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Maintain black-height, </a:t>
              </a:r>
              <a:br>
                <a:rPr lang="en-US" sz="2000" dirty="0">
                  <a:solidFill>
                    <a:srgbClr val="C00000"/>
                  </a:solidFill>
                </a:rPr>
              </a:br>
              <a:r>
                <a:rPr lang="en-US" sz="2000" dirty="0">
                  <a:solidFill>
                    <a:srgbClr val="C00000"/>
                  </a:solidFill>
                </a:rPr>
                <a:t>fix no-red-edge if necessary.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852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 animBg="1"/>
      <p:bldP spid="66" grpId="0" animBg="1"/>
      <p:bldP spid="6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173831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Case 0: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becomes the root of the RB-Tree.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Fix:</a:t>
                </a:r>
                <a:r>
                  <a:rPr lang="en-US" sz="2000" dirty="0"/>
                  <a:t> simply recolor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to be black.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1738311"/>
              </a:xfrm>
              <a:blipFill>
                <a:blip r:embed="rId3"/>
                <a:stretch>
                  <a:fillRect l="-1005" t="-4895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3847FD12-8048-4202-8FBF-DE9EA08C7020}"/>
              </a:ext>
            </a:extLst>
          </p:cNvPr>
          <p:cNvSpPr txBox="1"/>
          <p:nvPr/>
        </p:nvSpPr>
        <p:spPr>
          <a:xfrm>
            <a:off x="5322569" y="4197815"/>
            <a:ext cx="3821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easy 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 (</a:t>
            </a:r>
            <a:r>
              <a:rPr lang="en-US" sz="2000" b="1" dirty="0">
                <a:solidFill>
                  <a:srgbClr val="C00000"/>
                </a:solidFill>
              </a:rPr>
              <a:t>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 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maintain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836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132061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Case 1: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is red (so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has black grandparent), and has red uncle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1320611"/>
              </a:xfrm>
              <a:blipFill>
                <a:blip r:embed="rId3"/>
                <a:stretch>
                  <a:fillRect l="-931" t="-6452" r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7BDBB77-8A68-4E4A-B1B9-8E97E972EF14}"/>
              </a:ext>
            </a:extLst>
          </p:cNvPr>
          <p:cNvSpPr txBox="1"/>
          <p:nvPr/>
        </p:nvSpPr>
        <p:spPr>
          <a:xfrm>
            <a:off x="5322569" y="4197815"/>
            <a:ext cx="3821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easy 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 (</a:t>
            </a:r>
            <a:r>
              <a:rPr lang="en-US" sz="2000" b="1" dirty="0">
                <a:solidFill>
                  <a:srgbClr val="C00000"/>
                </a:solidFill>
              </a:rPr>
              <a:t>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 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maintain</a:t>
            </a:r>
            <a:r>
              <a:rPr lang="en-US" sz="2000" dirty="0"/>
              <a:t>).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1F19A2D-425D-4214-9A7F-C24CCB60B2A5}"/>
              </a:ext>
            </a:extLst>
          </p:cNvPr>
          <p:cNvGrpSpPr/>
          <p:nvPr/>
        </p:nvGrpSpPr>
        <p:grpSpPr>
          <a:xfrm>
            <a:off x="628650" y="4127901"/>
            <a:ext cx="2748894" cy="1524765"/>
            <a:chOff x="1099554" y="3429000"/>
            <a:chExt cx="2748894" cy="1524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D834D53-E9E7-437F-90CD-B848C2B43694}"/>
                    </a:ext>
                  </a:extLst>
                </p:cNvPr>
                <p:cNvSpPr/>
                <p:nvPr/>
              </p:nvSpPr>
              <p:spPr>
                <a:xfrm>
                  <a:off x="2362810" y="3429000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D834D53-E9E7-437F-90CD-B848C2B436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810" y="3429000"/>
                  <a:ext cx="270595" cy="270595"/>
                </a:xfrm>
                <a:prstGeom prst="ellipse">
                  <a:avLst/>
                </a:prstGeom>
                <a:blipFill>
                  <a:blip r:embed="rId4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0ABFA46-F06F-4C50-A323-AFC58E39BD6A}"/>
                </a:ext>
              </a:extLst>
            </p:cNvPr>
            <p:cNvCxnSpPr>
              <a:cxnSpLocks/>
              <a:stCxn id="9" idx="7"/>
              <a:endCxn id="6" idx="3"/>
            </p:cNvCxnSpPr>
            <p:nvPr/>
          </p:nvCxnSpPr>
          <p:spPr>
            <a:xfrm flipV="1">
              <a:off x="1818617" y="3659967"/>
              <a:ext cx="583821" cy="2057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2AFD8617-5AB1-45AD-8A59-1A4F88B69E57}"/>
                    </a:ext>
                  </a:extLst>
                </p:cNvPr>
                <p:cNvSpPr/>
                <p:nvPr/>
              </p:nvSpPr>
              <p:spPr>
                <a:xfrm>
                  <a:off x="3137970" y="3824810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2AFD8617-5AB1-45AD-8A59-1A4F88B69E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970" y="3824810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F74A954C-A447-4E7A-A87A-9A91D2748400}"/>
                    </a:ext>
                  </a:extLst>
                </p:cNvPr>
                <p:cNvSpPr/>
                <p:nvPr/>
              </p:nvSpPr>
              <p:spPr>
                <a:xfrm>
                  <a:off x="1587650" y="3826111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F74A954C-A447-4E7A-A87A-9A91D27484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7650" y="3826111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D7EF317-0CA9-46AD-B053-BCF83F9702F8}"/>
                    </a:ext>
                  </a:extLst>
                </p:cNvPr>
                <p:cNvSpPr/>
                <p:nvPr/>
              </p:nvSpPr>
              <p:spPr>
                <a:xfrm>
                  <a:off x="1099554" y="4274454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D7EF317-0CA9-46AD-B053-BCF83F9702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4" y="4274454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645F287-C8AF-4229-8A13-E41936EB2E30}"/>
                    </a:ext>
                  </a:extLst>
                </p:cNvPr>
                <p:cNvSpPr/>
                <p:nvPr/>
              </p:nvSpPr>
              <p:spPr>
                <a:xfrm>
                  <a:off x="2042174" y="4274454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645F287-C8AF-4229-8A13-E41936EB2E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2174" y="4274454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A7CE5D0A-4A26-4DC9-899D-B862C79B1EFD}"/>
                    </a:ext>
                  </a:extLst>
                </p:cNvPr>
                <p:cNvSpPr/>
                <p:nvPr/>
              </p:nvSpPr>
              <p:spPr>
                <a:xfrm>
                  <a:off x="3577853" y="4272634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A7CE5D0A-4A26-4DC9-899D-B862C79B1E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7853" y="4272634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89739BE-67F1-46A7-B1C4-4D7BE3BECBE4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2593777" y="3659967"/>
              <a:ext cx="583821" cy="204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5A024DC-74AA-4FF1-B58F-8C9957418D2E}"/>
                </a:ext>
              </a:extLst>
            </p:cNvPr>
            <p:cNvCxnSpPr>
              <a:cxnSpLocks/>
              <a:stCxn id="9" idx="5"/>
              <a:endCxn id="11" idx="0"/>
            </p:cNvCxnSpPr>
            <p:nvPr/>
          </p:nvCxnSpPr>
          <p:spPr>
            <a:xfrm>
              <a:off x="1818617" y="4057078"/>
              <a:ext cx="358855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538A5BB-E32D-40C7-8116-B547103C4380}"/>
                </a:ext>
              </a:extLst>
            </p:cNvPr>
            <p:cNvCxnSpPr>
              <a:cxnSpLocks/>
              <a:stCxn id="10" idx="0"/>
              <a:endCxn id="9" idx="3"/>
            </p:cNvCxnSpPr>
            <p:nvPr/>
          </p:nvCxnSpPr>
          <p:spPr>
            <a:xfrm flipV="1">
              <a:off x="1234852" y="4057078"/>
              <a:ext cx="392426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09A4DAB-9A2D-4B22-AFF7-FF3568DEAD31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3368937" y="4055777"/>
              <a:ext cx="344214" cy="2168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FE08ACF4-EB2B-4FD8-8EFA-509CDFA4184D}"/>
                    </a:ext>
                  </a:extLst>
                </p:cNvPr>
                <p:cNvSpPr/>
                <p:nvPr/>
              </p:nvSpPr>
              <p:spPr>
                <a:xfrm>
                  <a:off x="1722947" y="4683170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FE08ACF4-EB2B-4FD8-8EFA-509CDFA4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2947" y="4683170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10BA7B12-D867-4532-A41A-C5B0C3D236DE}"/>
                    </a:ext>
                  </a:extLst>
                </p:cNvPr>
                <p:cNvSpPr/>
                <p:nvPr/>
              </p:nvSpPr>
              <p:spPr>
                <a:xfrm>
                  <a:off x="2362809" y="4683169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10BA7B12-D867-4532-A41A-C5B0C3D236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809" y="4683169"/>
                  <a:ext cx="270595" cy="270595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CA6D86E-027F-42F2-BD53-CBB1241C0687}"/>
                </a:ext>
              </a:extLst>
            </p:cNvPr>
            <p:cNvCxnSpPr>
              <a:cxnSpLocks/>
              <a:stCxn id="34" idx="0"/>
              <a:endCxn id="11" idx="3"/>
            </p:cNvCxnSpPr>
            <p:nvPr/>
          </p:nvCxnSpPr>
          <p:spPr>
            <a:xfrm flipV="1">
              <a:off x="1858245" y="4505421"/>
              <a:ext cx="223557" cy="177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C323098-4B17-44DE-BC86-360FE40DBB36}"/>
                </a:ext>
              </a:extLst>
            </p:cNvPr>
            <p:cNvCxnSpPr>
              <a:cxnSpLocks/>
              <a:stCxn id="35" idx="0"/>
              <a:endCxn id="11" idx="5"/>
            </p:cNvCxnSpPr>
            <p:nvPr/>
          </p:nvCxnSpPr>
          <p:spPr>
            <a:xfrm flipH="1" flipV="1">
              <a:off x="2273141" y="4505421"/>
              <a:ext cx="224966" cy="177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31CAE66-47E9-4B4A-BA55-F9E9D277391E}"/>
              </a:ext>
            </a:extLst>
          </p:cNvPr>
          <p:cNvGrpSpPr/>
          <p:nvPr/>
        </p:nvGrpSpPr>
        <p:grpSpPr>
          <a:xfrm>
            <a:off x="981448" y="5613038"/>
            <a:ext cx="289441" cy="523769"/>
            <a:chOff x="1452352" y="4914137"/>
            <a:chExt cx="289441" cy="523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C492A63E-4E0D-47EE-B6C3-552DA8945A54}"/>
                    </a:ext>
                  </a:extLst>
                </p:cNvPr>
                <p:cNvSpPr/>
                <p:nvPr/>
              </p:nvSpPr>
              <p:spPr>
                <a:xfrm>
                  <a:off x="1452352" y="5167311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C492A63E-4E0D-47EE-B6C3-552DA8945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2352" y="5167311"/>
                  <a:ext cx="270595" cy="270595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DC116EF-2A72-48CC-8134-D58E8AB9235F}"/>
                </a:ext>
              </a:extLst>
            </p:cNvPr>
            <p:cNvCxnSpPr>
              <a:cxnSpLocks/>
              <a:stCxn id="36" idx="0"/>
              <a:endCxn id="34" idx="3"/>
            </p:cNvCxnSpPr>
            <p:nvPr/>
          </p:nvCxnSpPr>
          <p:spPr>
            <a:xfrm flipV="1">
              <a:off x="1587650" y="4914137"/>
              <a:ext cx="154143" cy="25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CB094A1-85C6-4F79-AA27-E6577E72911F}"/>
              </a:ext>
            </a:extLst>
          </p:cNvPr>
          <p:cNvSpPr txBox="1"/>
          <p:nvPr/>
        </p:nvSpPr>
        <p:spPr>
          <a:xfrm>
            <a:off x="2315179" y="3650982"/>
            <a:ext cx="289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Insert element with key 4.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424596B-0E2E-44D9-802A-DE286AB08CA4}"/>
                  </a:ext>
                </a:extLst>
              </p:cNvPr>
              <p:cNvSpPr txBox="1"/>
              <p:nvPr/>
            </p:nvSpPr>
            <p:spPr>
              <a:xfrm>
                <a:off x="795948" y="5739625"/>
                <a:ext cx="185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424596B-0E2E-44D9-802A-DE286AB08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48" y="5739625"/>
                <a:ext cx="185500" cy="307777"/>
              </a:xfrm>
              <a:prstGeom prst="rect">
                <a:avLst/>
              </a:prstGeom>
              <a:blipFill>
                <a:blip r:embed="rId13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/>
              <p:nvPr/>
            </p:nvSpPr>
            <p:spPr>
              <a:xfrm>
                <a:off x="2170908" y="5228181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908" y="5228181"/>
                <a:ext cx="206339" cy="307777"/>
              </a:xfrm>
              <a:prstGeom prst="rect">
                <a:avLst/>
              </a:prstGeom>
              <a:blipFill>
                <a:blip r:embed="rId14"/>
                <a:stretch>
                  <a:fillRect l="-29412" r="-2941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97C100F6-848B-4C0C-8F05-37FF3FF9F666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771"/>
          <a:stretch/>
        </p:blipFill>
        <p:spPr>
          <a:xfrm>
            <a:off x="2625899" y="3718765"/>
            <a:ext cx="6211131" cy="27761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CE2E09-3A41-4E04-BB54-2452F8252025}"/>
                  </a:ext>
                </a:extLst>
              </p:cNvPr>
              <p:cNvSpPr txBox="1"/>
              <p:nvPr/>
            </p:nvSpPr>
            <p:spPr>
              <a:xfrm>
                <a:off x="2274077" y="2948300"/>
                <a:ext cx="66355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rgbClr val="C00000"/>
                    </a:solidFill>
                  </a:rPr>
                  <a:t>Black-height property satisfied for all nodes in subtree rooted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CE2E09-3A41-4E04-BB54-2452F825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077" y="2948300"/>
                <a:ext cx="6635599" cy="369332"/>
              </a:xfrm>
              <a:prstGeom prst="rect">
                <a:avLst/>
              </a:prstGeom>
              <a:blipFill>
                <a:blip r:embed="rId16"/>
                <a:stretch>
                  <a:fillRect t="-10000" r="-73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EB1C50E-E835-4F3C-9363-44A4E2893FE3}"/>
                  </a:ext>
                </a:extLst>
              </p:cNvPr>
              <p:cNvSpPr txBox="1"/>
              <p:nvPr/>
            </p:nvSpPr>
            <p:spPr>
              <a:xfrm>
                <a:off x="3976081" y="3280721"/>
                <a:ext cx="49335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rgbClr val="C00000"/>
                    </a:solidFill>
                  </a:rPr>
                  <a:t>Black-height unchanged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𝑝𝑎𝑟𝑒𝑛𝑡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(if it exists).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EB1C50E-E835-4F3C-9363-44A4E2893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081" y="3280721"/>
                <a:ext cx="4933595" cy="369332"/>
              </a:xfrm>
              <a:prstGeom prst="rect">
                <a:avLst/>
              </a:prstGeom>
              <a:blipFill>
                <a:blip r:embed="rId17"/>
                <a:stretch>
                  <a:fillRect t="-8197" r="-98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06645A8E-ABDD-4310-8C89-4EA949032255}"/>
              </a:ext>
            </a:extLst>
          </p:cNvPr>
          <p:cNvSpPr txBox="1"/>
          <p:nvPr/>
        </p:nvSpPr>
        <p:spPr>
          <a:xfrm>
            <a:off x="2898033" y="2805346"/>
            <a:ext cx="5773312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/>
              <a:t>Black-height property maintained, and we </a:t>
            </a:r>
            <a:br>
              <a:rPr lang="en-US" sz="2400" dirty="0"/>
            </a:br>
            <a:r>
              <a:rPr lang="en-US" sz="2400" dirty="0"/>
              <a:t>“push-up” violation of no-red-edge property.</a:t>
            </a:r>
          </a:p>
        </p:txBody>
      </p:sp>
    </p:spTree>
    <p:extLst>
      <p:ext uri="{BB962C8B-B14F-4D97-AF65-F5344CB8AC3E}">
        <p14:creationId xmlns:p14="http://schemas.microsoft.com/office/powerpoint/2010/main" val="338112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7" grpId="0"/>
      <p:bldP spid="28" grpId="0"/>
      <p:bldP spid="20" grpId="0"/>
      <p:bldP spid="31" grpId="0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8B523B50-154A-4F9A-B395-E39453981050}"/>
              </a:ext>
            </a:extLst>
          </p:cNvPr>
          <p:cNvGrpSpPr/>
          <p:nvPr/>
        </p:nvGrpSpPr>
        <p:grpSpPr>
          <a:xfrm>
            <a:off x="628650" y="4127901"/>
            <a:ext cx="2748894" cy="2008906"/>
            <a:chOff x="628650" y="4127901"/>
            <a:chExt cx="2748894" cy="2008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D834D53-E9E7-437F-90CD-B848C2B43694}"/>
                    </a:ext>
                  </a:extLst>
                </p:cNvPr>
                <p:cNvSpPr/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D834D53-E9E7-437F-90CD-B848C2B436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blipFill>
                  <a:blip r:embed="rId2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0ABFA46-F06F-4C50-A323-AFC58E39BD6A}"/>
                </a:ext>
              </a:extLst>
            </p:cNvPr>
            <p:cNvCxnSpPr>
              <a:cxnSpLocks/>
              <a:stCxn id="9" idx="7"/>
              <a:endCxn id="6" idx="3"/>
            </p:cNvCxnSpPr>
            <p:nvPr/>
          </p:nvCxnSpPr>
          <p:spPr>
            <a:xfrm flipV="1">
              <a:off x="1347713" y="4358868"/>
              <a:ext cx="583821" cy="2057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2AFD8617-5AB1-45AD-8A59-1A4F88B69E57}"/>
                    </a:ext>
                  </a:extLst>
                </p:cNvPr>
                <p:cNvSpPr/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2AFD8617-5AB1-45AD-8A59-1A4F88B69E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blipFill>
                  <a:blip r:embed="rId3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F74A954C-A447-4E7A-A87A-9A91D2748400}"/>
                    </a:ext>
                  </a:extLst>
                </p:cNvPr>
                <p:cNvSpPr/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F74A954C-A447-4E7A-A87A-9A91D27484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D7EF317-0CA9-46AD-B053-BCF83F9702F8}"/>
                    </a:ext>
                  </a:extLst>
                </p:cNvPr>
                <p:cNvSpPr/>
                <p:nvPr/>
              </p:nvSpPr>
              <p:spPr>
                <a:xfrm>
                  <a:off x="628650" y="497335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3D7EF317-0CA9-46AD-B053-BCF83F9702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973355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645F287-C8AF-4229-8A13-E41936EB2E30}"/>
                    </a:ext>
                  </a:extLst>
                </p:cNvPr>
                <p:cNvSpPr/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645F287-C8AF-4229-8A13-E41936EB2E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A7CE5D0A-4A26-4DC9-899D-B862C79B1EFD}"/>
                    </a:ext>
                  </a:extLst>
                </p:cNvPr>
                <p:cNvSpPr/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A7CE5D0A-4A26-4DC9-899D-B862C79B1E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89739BE-67F1-46A7-B1C4-4D7BE3BECBE4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2122873" y="4358868"/>
              <a:ext cx="583821" cy="204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5A024DC-74AA-4FF1-B58F-8C9957418D2E}"/>
                </a:ext>
              </a:extLst>
            </p:cNvPr>
            <p:cNvCxnSpPr>
              <a:cxnSpLocks/>
              <a:stCxn id="9" idx="5"/>
              <a:endCxn id="11" idx="0"/>
            </p:cNvCxnSpPr>
            <p:nvPr/>
          </p:nvCxnSpPr>
          <p:spPr>
            <a:xfrm>
              <a:off x="1347713" y="4755979"/>
              <a:ext cx="358855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538A5BB-E32D-40C7-8116-B547103C4380}"/>
                </a:ext>
              </a:extLst>
            </p:cNvPr>
            <p:cNvCxnSpPr>
              <a:cxnSpLocks/>
              <a:stCxn id="10" idx="0"/>
              <a:endCxn id="9" idx="3"/>
            </p:cNvCxnSpPr>
            <p:nvPr/>
          </p:nvCxnSpPr>
          <p:spPr>
            <a:xfrm flipV="1">
              <a:off x="763948" y="4755979"/>
              <a:ext cx="392426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09A4DAB-9A2D-4B22-AFF7-FF3568DEAD31}"/>
                </a:ext>
              </a:extLst>
            </p:cNvPr>
            <p:cNvCxnSpPr>
              <a:cxnSpLocks/>
              <a:stCxn id="8" idx="5"/>
              <a:endCxn id="13" idx="0"/>
            </p:cNvCxnSpPr>
            <p:nvPr/>
          </p:nvCxnSpPr>
          <p:spPr>
            <a:xfrm>
              <a:off x="2898033" y="4754678"/>
              <a:ext cx="344214" cy="2168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FE08ACF4-EB2B-4FD8-8EFA-509CDFA4184D}"/>
                    </a:ext>
                  </a:extLst>
                </p:cNvPr>
                <p:cNvSpPr/>
                <p:nvPr/>
              </p:nvSpPr>
              <p:spPr>
                <a:xfrm>
                  <a:off x="1252043" y="5382071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FE08ACF4-EB2B-4FD8-8EFA-509CDFA418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2043" y="5382071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10BA7B12-D867-4532-A41A-C5B0C3D236DE}"/>
                    </a:ext>
                  </a:extLst>
                </p:cNvPr>
                <p:cNvSpPr/>
                <p:nvPr/>
              </p:nvSpPr>
              <p:spPr>
                <a:xfrm>
                  <a:off x="1891905" y="5382070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10BA7B12-D867-4532-A41A-C5B0C3D236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5" y="5382070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CA6D86E-027F-42F2-BD53-CBB1241C0687}"/>
                </a:ext>
              </a:extLst>
            </p:cNvPr>
            <p:cNvCxnSpPr>
              <a:cxnSpLocks/>
              <a:stCxn id="34" idx="0"/>
              <a:endCxn id="11" idx="3"/>
            </p:cNvCxnSpPr>
            <p:nvPr/>
          </p:nvCxnSpPr>
          <p:spPr>
            <a:xfrm flipV="1">
              <a:off x="1387341" y="5204322"/>
              <a:ext cx="223557" cy="177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C323098-4B17-44DE-BC86-360FE40DBB36}"/>
                </a:ext>
              </a:extLst>
            </p:cNvPr>
            <p:cNvCxnSpPr>
              <a:cxnSpLocks/>
              <a:stCxn id="35" idx="0"/>
              <a:endCxn id="11" idx="5"/>
            </p:cNvCxnSpPr>
            <p:nvPr/>
          </p:nvCxnSpPr>
          <p:spPr>
            <a:xfrm flipH="1" flipV="1">
              <a:off x="1802237" y="5204322"/>
              <a:ext cx="224966" cy="177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C492A63E-4E0D-47EE-B6C3-552DA8945A54}"/>
                    </a:ext>
                  </a:extLst>
                </p:cNvPr>
                <p:cNvSpPr/>
                <p:nvPr/>
              </p:nvSpPr>
              <p:spPr>
                <a:xfrm>
                  <a:off x="981448" y="58662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C492A63E-4E0D-47EE-B6C3-552DA8945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448" y="5866212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DC116EF-2A72-48CC-8134-D58E8AB9235F}"/>
                </a:ext>
              </a:extLst>
            </p:cNvPr>
            <p:cNvCxnSpPr>
              <a:cxnSpLocks/>
              <a:stCxn id="36" idx="0"/>
              <a:endCxn id="34" idx="3"/>
            </p:cNvCxnSpPr>
            <p:nvPr/>
          </p:nvCxnSpPr>
          <p:spPr>
            <a:xfrm flipV="1">
              <a:off x="1116746" y="5613038"/>
              <a:ext cx="174925" cy="25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11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223653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Case 1: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is red (so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has black grandparent), and has red uncle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Fix:</a:t>
                </a:r>
                <a:r>
                  <a:rPr lang="en-US" sz="2000" dirty="0"/>
                  <a:t> recolor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and its uncle to black, recolor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grandparent to red.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Effect:</a:t>
                </a:r>
                <a:r>
                  <a:rPr lang="en-US" sz="2000" dirty="0"/>
                  <a:t> black-height property maintained, and we “push-up” violation of no-red-edge property.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2236532"/>
              </a:xfrm>
              <a:blipFill>
                <a:blip r:embed="rId12"/>
                <a:stretch>
                  <a:fillRect l="-931" t="-3815" r="-573" b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7BDBB77-8A68-4E4A-B1B9-8E97E972EF14}"/>
              </a:ext>
            </a:extLst>
          </p:cNvPr>
          <p:cNvSpPr txBox="1"/>
          <p:nvPr/>
        </p:nvSpPr>
        <p:spPr>
          <a:xfrm>
            <a:off x="5322569" y="4197815"/>
            <a:ext cx="3821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easy 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 (</a:t>
            </a:r>
            <a:r>
              <a:rPr lang="en-US" sz="2000" b="1" dirty="0">
                <a:solidFill>
                  <a:srgbClr val="C00000"/>
                </a:solidFill>
              </a:rPr>
              <a:t>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 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maintain</a:t>
            </a:r>
            <a:r>
              <a:rPr lang="en-US" sz="20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424596B-0E2E-44D9-802A-DE286AB08CA4}"/>
                  </a:ext>
                </a:extLst>
              </p:cNvPr>
              <p:cNvSpPr txBox="1"/>
              <p:nvPr/>
            </p:nvSpPr>
            <p:spPr>
              <a:xfrm>
                <a:off x="795948" y="5739625"/>
                <a:ext cx="185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424596B-0E2E-44D9-802A-DE286AB08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48" y="5739625"/>
                <a:ext cx="185500" cy="307777"/>
              </a:xfrm>
              <a:prstGeom prst="rect">
                <a:avLst/>
              </a:prstGeom>
              <a:blipFill>
                <a:blip r:embed="rId13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/>
              <p:nvPr/>
            </p:nvSpPr>
            <p:spPr>
              <a:xfrm>
                <a:off x="2170908" y="5228181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908" y="5228181"/>
                <a:ext cx="206339" cy="307777"/>
              </a:xfrm>
              <a:prstGeom prst="rect">
                <a:avLst/>
              </a:prstGeom>
              <a:blipFill>
                <a:blip r:embed="rId14"/>
                <a:stretch>
                  <a:fillRect l="-29412" r="-2941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E3D6DC37-6970-4487-B55F-78CCC99F973B}"/>
              </a:ext>
            </a:extLst>
          </p:cNvPr>
          <p:cNvGrpSpPr/>
          <p:nvPr/>
        </p:nvGrpSpPr>
        <p:grpSpPr>
          <a:xfrm>
            <a:off x="628650" y="4127901"/>
            <a:ext cx="2748894" cy="2008906"/>
            <a:chOff x="628650" y="4127901"/>
            <a:chExt cx="2748894" cy="2008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23BA5F5A-38F1-4757-B2EB-0A11B04C8C31}"/>
                    </a:ext>
                  </a:extLst>
                </p:cNvPr>
                <p:cNvSpPr/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23BA5F5A-38F1-4757-B2EB-0A11B04C8C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blipFill>
                  <a:blip r:embed="rId2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9BB2FBE-2FED-46F4-96EB-17F5D2F486DC}"/>
                </a:ext>
              </a:extLst>
            </p:cNvPr>
            <p:cNvCxnSpPr>
              <a:cxnSpLocks/>
              <a:stCxn id="40" idx="7"/>
              <a:endCxn id="37" idx="3"/>
            </p:cNvCxnSpPr>
            <p:nvPr/>
          </p:nvCxnSpPr>
          <p:spPr>
            <a:xfrm flipV="1">
              <a:off x="1347713" y="4358868"/>
              <a:ext cx="583821" cy="2057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1D20F929-EA27-4F07-8BA9-4B11A1851270}"/>
                    </a:ext>
                  </a:extLst>
                </p:cNvPr>
                <p:cNvSpPr/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1D20F929-EA27-4F07-8BA9-4B11A18512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blipFill>
                  <a:blip r:embed="rId3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58C3018-12CC-4D01-9F71-CA67D8980A33}"/>
                    </a:ext>
                  </a:extLst>
                </p:cNvPr>
                <p:cNvSpPr/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58C3018-12CC-4D01-9F71-CA67D8980A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3A5C6F2-EF1B-4B00-B9B6-3B1819983AA4}"/>
                    </a:ext>
                  </a:extLst>
                </p:cNvPr>
                <p:cNvSpPr/>
                <p:nvPr/>
              </p:nvSpPr>
              <p:spPr>
                <a:xfrm>
                  <a:off x="628650" y="497335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3A5C6F2-EF1B-4B00-B9B6-3B1819983A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973355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B08077D-50B2-4B1E-B7A7-58F3E04872EB}"/>
                    </a:ext>
                  </a:extLst>
                </p:cNvPr>
                <p:cNvSpPr/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B08077D-50B2-4B1E-B7A7-58F3E04872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9BA3224-ED4C-45CA-A089-4368FC8423C5}"/>
                    </a:ext>
                  </a:extLst>
                </p:cNvPr>
                <p:cNvSpPr/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9BA3224-ED4C-45CA-A089-4368FC8423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0DDFF74-780A-4FCA-A5F8-CEA7542922F5}"/>
                </a:ext>
              </a:extLst>
            </p:cNvPr>
            <p:cNvCxnSpPr>
              <a:cxnSpLocks/>
              <a:stCxn id="37" idx="5"/>
              <a:endCxn id="39" idx="1"/>
            </p:cNvCxnSpPr>
            <p:nvPr/>
          </p:nvCxnSpPr>
          <p:spPr>
            <a:xfrm>
              <a:off x="2122873" y="4358868"/>
              <a:ext cx="583821" cy="204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2251554-E1CA-4568-BE1E-602C3C0D2B68}"/>
                </a:ext>
              </a:extLst>
            </p:cNvPr>
            <p:cNvCxnSpPr>
              <a:cxnSpLocks/>
              <a:stCxn id="40" idx="5"/>
              <a:endCxn id="42" idx="0"/>
            </p:cNvCxnSpPr>
            <p:nvPr/>
          </p:nvCxnSpPr>
          <p:spPr>
            <a:xfrm>
              <a:off x="1347713" y="4755979"/>
              <a:ext cx="358855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AC74740-736B-4A3B-B19A-46C4EAD3E75B}"/>
                </a:ext>
              </a:extLst>
            </p:cNvPr>
            <p:cNvCxnSpPr>
              <a:cxnSpLocks/>
              <a:stCxn id="41" idx="0"/>
              <a:endCxn id="40" idx="3"/>
            </p:cNvCxnSpPr>
            <p:nvPr/>
          </p:nvCxnSpPr>
          <p:spPr>
            <a:xfrm flipV="1">
              <a:off x="763948" y="4755979"/>
              <a:ext cx="392426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3DCF643-E41B-48C5-9623-C6C0DB5A7C9F}"/>
                </a:ext>
              </a:extLst>
            </p:cNvPr>
            <p:cNvCxnSpPr>
              <a:cxnSpLocks/>
              <a:stCxn id="39" idx="5"/>
              <a:endCxn id="43" idx="0"/>
            </p:cNvCxnSpPr>
            <p:nvPr/>
          </p:nvCxnSpPr>
          <p:spPr>
            <a:xfrm>
              <a:off x="2898033" y="4754678"/>
              <a:ext cx="344214" cy="2168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EFCD3FE5-1500-4FD6-8044-46DBA3128FF6}"/>
                    </a:ext>
                  </a:extLst>
                </p:cNvPr>
                <p:cNvSpPr/>
                <p:nvPr/>
              </p:nvSpPr>
              <p:spPr>
                <a:xfrm>
                  <a:off x="1252043" y="538207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EFCD3FE5-1500-4FD6-8044-46DBA3128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2043" y="5382071"/>
                  <a:ext cx="270595" cy="270595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00E6B2D4-FEDE-4D52-AC5C-2E1A67B7D7B1}"/>
                    </a:ext>
                  </a:extLst>
                </p:cNvPr>
                <p:cNvSpPr/>
                <p:nvPr/>
              </p:nvSpPr>
              <p:spPr>
                <a:xfrm>
                  <a:off x="1891905" y="5382070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00E6B2D4-FEDE-4D52-AC5C-2E1A67B7D7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5" y="5382070"/>
                  <a:ext cx="270595" cy="270595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8CC22AD-2792-4301-A528-7FE98036B9F5}"/>
                </a:ext>
              </a:extLst>
            </p:cNvPr>
            <p:cNvCxnSpPr>
              <a:cxnSpLocks/>
              <a:stCxn id="50" idx="0"/>
              <a:endCxn id="42" idx="3"/>
            </p:cNvCxnSpPr>
            <p:nvPr/>
          </p:nvCxnSpPr>
          <p:spPr>
            <a:xfrm flipV="1">
              <a:off x="1387341" y="5204322"/>
              <a:ext cx="223557" cy="177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5633867-B2F6-4636-8F68-E98BFFEBE3FA}"/>
                </a:ext>
              </a:extLst>
            </p:cNvPr>
            <p:cNvCxnSpPr>
              <a:cxnSpLocks/>
              <a:stCxn id="51" idx="0"/>
              <a:endCxn id="42" idx="5"/>
            </p:cNvCxnSpPr>
            <p:nvPr/>
          </p:nvCxnSpPr>
          <p:spPr>
            <a:xfrm flipH="1" flipV="1">
              <a:off x="1802237" y="5204322"/>
              <a:ext cx="224966" cy="177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1FD19112-270E-4F4B-BD73-215BC8E97B3F}"/>
                    </a:ext>
                  </a:extLst>
                </p:cNvPr>
                <p:cNvSpPr/>
                <p:nvPr/>
              </p:nvSpPr>
              <p:spPr>
                <a:xfrm>
                  <a:off x="981448" y="58662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1FD19112-270E-4F4B-BD73-215BC8E97B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448" y="5866212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1C66BE8-6D65-4D5D-A3BC-E76091051935}"/>
                </a:ext>
              </a:extLst>
            </p:cNvPr>
            <p:cNvCxnSpPr>
              <a:cxnSpLocks/>
              <a:stCxn id="55" idx="0"/>
              <a:endCxn id="50" idx="3"/>
            </p:cNvCxnSpPr>
            <p:nvPr/>
          </p:nvCxnSpPr>
          <p:spPr>
            <a:xfrm flipV="1">
              <a:off x="1116746" y="5613038"/>
              <a:ext cx="174925" cy="25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59187DC-2CB1-4645-AA74-44A6A6C39C1D}"/>
                  </a:ext>
                </a:extLst>
              </p:cNvPr>
              <p:cNvSpPr txBox="1"/>
              <p:nvPr/>
            </p:nvSpPr>
            <p:spPr>
              <a:xfrm>
                <a:off x="1387044" y="4917582"/>
                <a:ext cx="185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59187DC-2CB1-4645-AA74-44A6A6C39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44" y="4917582"/>
                <a:ext cx="185500" cy="307777"/>
              </a:xfrm>
              <a:prstGeom prst="rect">
                <a:avLst/>
              </a:prstGeom>
              <a:blipFill>
                <a:blip r:embed="rId18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77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E3D6DC37-6970-4487-B55F-78CCC99F973B}"/>
              </a:ext>
            </a:extLst>
          </p:cNvPr>
          <p:cNvGrpSpPr/>
          <p:nvPr/>
        </p:nvGrpSpPr>
        <p:grpSpPr>
          <a:xfrm>
            <a:off x="628650" y="4127901"/>
            <a:ext cx="2748894" cy="2008906"/>
            <a:chOff x="628650" y="4127901"/>
            <a:chExt cx="2748894" cy="2008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23BA5F5A-38F1-4757-B2EB-0A11B04C8C31}"/>
                    </a:ext>
                  </a:extLst>
                </p:cNvPr>
                <p:cNvSpPr/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23BA5F5A-38F1-4757-B2EB-0A11B04C8C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blipFill>
                  <a:blip r:embed="rId2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9BB2FBE-2FED-46F4-96EB-17F5D2F486DC}"/>
                </a:ext>
              </a:extLst>
            </p:cNvPr>
            <p:cNvCxnSpPr>
              <a:cxnSpLocks/>
              <a:stCxn id="40" idx="7"/>
              <a:endCxn id="37" idx="3"/>
            </p:cNvCxnSpPr>
            <p:nvPr/>
          </p:nvCxnSpPr>
          <p:spPr>
            <a:xfrm flipV="1">
              <a:off x="1347713" y="4358868"/>
              <a:ext cx="583821" cy="2057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1D20F929-EA27-4F07-8BA9-4B11A1851270}"/>
                    </a:ext>
                  </a:extLst>
                </p:cNvPr>
                <p:cNvSpPr/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1D20F929-EA27-4F07-8BA9-4B11A18512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blipFill>
                  <a:blip r:embed="rId3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58C3018-12CC-4D01-9F71-CA67D8980A33}"/>
                    </a:ext>
                  </a:extLst>
                </p:cNvPr>
                <p:cNvSpPr/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58C3018-12CC-4D01-9F71-CA67D8980A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3A5C6F2-EF1B-4B00-B9B6-3B1819983AA4}"/>
                    </a:ext>
                  </a:extLst>
                </p:cNvPr>
                <p:cNvSpPr/>
                <p:nvPr/>
              </p:nvSpPr>
              <p:spPr>
                <a:xfrm>
                  <a:off x="628650" y="497335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3A5C6F2-EF1B-4B00-B9B6-3B1819983A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973355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B08077D-50B2-4B1E-B7A7-58F3E04872EB}"/>
                    </a:ext>
                  </a:extLst>
                </p:cNvPr>
                <p:cNvSpPr/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B08077D-50B2-4B1E-B7A7-58F3E04872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9BA3224-ED4C-45CA-A089-4368FC8423C5}"/>
                    </a:ext>
                  </a:extLst>
                </p:cNvPr>
                <p:cNvSpPr/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9BA3224-ED4C-45CA-A089-4368FC8423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0DDFF74-780A-4FCA-A5F8-CEA7542922F5}"/>
                </a:ext>
              </a:extLst>
            </p:cNvPr>
            <p:cNvCxnSpPr>
              <a:cxnSpLocks/>
              <a:stCxn id="37" idx="5"/>
              <a:endCxn id="39" idx="1"/>
            </p:cNvCxnSpPr>
            <p:nvPr/>
          </p:nvCxnSpPr>
          <p:spPr>
            <a:xfrm>
              <a:off x="2122873" y="4358868"/>
              <a:ext cx="583821" cy="204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2251554-E1CA-4568-BE1E-602C3C0D2B68}"/>
                </a:ext>
              </a:extLst>
            </p:cNvPr>
            <p:cNvCxnSpPr>
              <a:cxnSpLocks/>
              <a:stCxn id="40" idx="5"/>
              <a:endCxn id="42" idx="0"/>
            </p:cNvCxnSpPr>
            <p:nvPr/>
          </p:nvCxnSpPr>
          <p:spPr>
            <a:xfrm>
              <a:off x="1347713" y="4755979"/>
              <a:ext cx="358855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AC74740-736B-4A3B-B19A-46C4EAD3E75B}"/>
                </a:ext>
              </a:extLst>
            </p:cNvPr>
            <p:cNvCxnSpPr>
              <a:cxnSpLocks/>
              <a:stCxn id="41" idx="0"/>
              <a:endCxn id="40" idx="3"/>
            </p:cNvCxnSpPr>
            <p:nvPr/>
          </p:nvCxnSpPr>
          <p:spPr>
            <a:xfrm flipV="1">
              <a:off x="763948" y="4755979"/>
              <a:ext cx="392426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3DCF643-E41B-48C5-9623-C6C0DB5A7C9F}"/>
                </a:ext>
              </a:extLst>
            </p:cNvPr>
            <p:cNvCxnSpPr>
              <a:cxnSpLocks/>
              <a:stCxn id="39" idx="5"/>
              <a:endCxn id="43" idx="0"/>
            </p:cNvCxnSpPr>
            <p:nvPr/>
          </p:nvCxnSpPr>
          <p:spPr>
            <a:xfrm>
              <a:off x="2898033" y="4754678"/>
              <a:ext cx="344214" cy="2168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EFCD3FE5-1500-4FD6-8044-46DBA3128FF6}"/>
                    </a:ext>
                  </a:extLst>
                </p:cNvPr>
                <p:cNvSpPr/>
                <p:nvPr/>
              </p:nvSpPr>
              <p:spPr>
                <a:xfrm>
                  <a:off x="1252043" y="538207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EFCD3FE5-1500-4FD6-8044-46DBA3128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2043" y="5382071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00E6B2D4-FEDE-4D52-AC5C-2E1A67B7D7B1}"/>
                    </a:ext>
                  </a:extLst>
                </p:cNvPr>
                <p:cNvSpPr/>
                <p:nvPr/>
              </p:nvSpPr>
              <p:spPr>
                <a:xfrm>
                  <a:off x="1891905" y="5382070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00E6B2D4-FEDE-4D52-AC5C-2E1A67B7D7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5" y="5382070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8CC22AD-2792-4301-A528-7FE98036B9F5}"/>
                </a:ext>
              </a:extLst>
            </p:cNvPr>
            <p:cNvCxnSpPr>
              <a:cxnSpLocks/>
              <a:stCxn id="50" idx="0"/>
              <a:endCxn id="42" idx="3"/>
            </p:cNvCxnSpPr>
            <p:nvPr/>
          </p:nvCxnSpPr>
          <p:spPr>
            <a:xfrm flipV="1">
              <a:off x="1387341" y="5204322"/>
              <a:ext cx="223557" cy="1777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5633867-B2F6-4636-8F68-E98BFFEBE3FA}"/>
                </a:ext>
              </a:extLst>
            </p:cNvPr>
            <p:cNvCxnSpPr>
              <a:cxnSpLocks/>
              <a:stCxn id="51" idx="0"/>
              <a:endCxn id="42" idx="5"/>
            </p:cNvCxnSpPr>
            <p:nvPr/>
          </p:nvCxnSpPr>
          <p:spPr>
            <a:xfrm flipH="1" flipV="1">
              <a:off x="1802237" y="5204322"/>
              <a:ext cx="224966" cy="1777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1FD19112-270E-4F4B-BD73-215BC8E97B3F}"/>
                    </a:ext>
                  </a:extLst>
                </p:cNvPr>
                <p:cNvSpPr/>
                <p:nvPr/>
              </p:nvSpPr>
              <p:spPr>
                <a:xfrm>
                  <a:off x="981448" y="58662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1FD19112-270E-4F4B-BD73-215BC8E97B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448" y="5866212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1C66BE8-6D65-4D5D-A3BC-E76091051935}"/>
                </a:ext>
              </a:extLst>
            </p:cNvPr>
            <p:cNvCxnSpPr>
              <a:cxnSpLocks/>
              <a:stCxn id="55" idx="0"/>
              <a:endCxn id="50" idx="3"/>
            </p:cNvCxnSpPr>
            <p:nvPr/>
          </p:nvCxnSpPr>
          <p:spPr>
            <a:xfrm flipV="1">
              <a:off x="1116746" y="5613038"/>
              <a:ext cx="174925" cy="2531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11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187391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Case 2: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is red, has black uncle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is right child of its 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Fix:</a:t>
                </a:r>
                <a:r>
                  <a:rPr lang="en-US" sz="2000" dirty="0"/>
                  <a:t> “left-rotate”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1873911"/>
              </a:xfrm>
              <a:blipFill>
                <a:blip r:embed="rId12"/>
                <a:stretch>
                  <a:fillRect l="-931" t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7BDBB77-8A68-4E4A-B1B9-8E97E972EF14}"/>
              </a:ext>
            </a:extLst>
          </p:cNvPr>
          <p:cNvSpPr txBox="1"/>
          <p:nvPr/>
        </p:nvSpPr>
        <p:spPr>
          <a:xfrm>
            <a:off x="5322569" y="4197815"/>
            <a:ext cx="3821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easy 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 (</a:t>
            </a:r>
            <a:r>
              <a:rPr lang="en-US" sz="2000" b="1" dirty="0">
                <a:solidFill>
                  <a:srgbClr val="C00000"/>
                </a:solidFill>
              </a:rPr>
              <a:t>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 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maintain</a:t>
            </a:r>
            <a:r>
              <a:rPr lang="en-US" sz="20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/>
              <p:nvPr/>
            </p:nvSpPr>
            <p:spPr>
              <a:xfrm>
                <a:off x="2966970" y="4457456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970" y="4457456"/>
                <a:ext cx="206339" cy="307777"/>
              </a:xfrm>
              <a:prstGeom prst="rect">
                <a:avLst/>
              </a:prstGeom>
              <a:blipFill>
                <a:blip r:embed="rId13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59187DC-2CB1-4645-AA74-44A6A6C39C1D}"/>
                  </a:ext>
                </a:extLst>
              </p:cNvPr>
              <p:cNvSpPr txBox="1"/>
              <p:nvPr/>
            </p:nvSpPr>
            <p:spPr>
              <a:xfrm>
                <a:off x="1387044" y="4917582"/>
                <a:ext cx="185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59187DC-2CB1-4645-AA74-44A6A6C39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44" y="4917582"/>
                <a:ext cx="185500" cy="307777"/>
              </a:xfrm>
              <a:prstGeom prst="rect">
                <a:avLst/>
              </a:prstGeom>
              <a:blipFill>
                <a:blip r:embed="rId14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箭头: 手杖形 57">
            <a:extLst>
              <a:ext uri="{FF2B5EF4-FFF2-40B4-BE49-F238E27FC236}">
                <a16:creationId xmlns:a16="http://schemas.microsoft.com/office/drawing/2014/main" id="{ED35175D-9844-4996-B859-9446D65F0DBC}"/>
              </a:ext>
            </a:extLst>
          </p:cNvPr>
          <p:cNvSpPr/>
          <p:nvPr/>
        </p:nvSpPr>
        <p:spPr>
          <a:xfrm flipH="1">
            <a:off x="1069168" y="4847353"/>
            <a:ext cx="318693" cy="270595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68BB42-69D3-4F11-9F43-B5E8E287A5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8415" y="4127901"/>
            <a:ext cx="4563341" cy="19432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716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187391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Case 2: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is red, has black uncle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is right child of its 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Fix:</a:t>
                </a:r>
                <a:r>
                  <a:rPr lang="en-US" sz="2000" dirty="0"/>
                  <a:t> “left-rotate”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Effect:</a:t>
                </a:r>
                <a:r>
                  <a:rPr lang="en-US" sz="2000" dirty="0"/>
                  <a:t> black-height property maintained, transform to Case 3.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1873911"/>
              </a:xfrm>
              <a:blipFill>
                <a:blip r:embed="rId3"/>
                <a:stretch>
                  <a:fillRect l="-931" t="-4545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7BDBB77-8A68-4E4A-B1B9-8E97E972EF14}"/>
              </a:ext>
            </a:extLst>
          </p:cNvPr>
          <p:cNvSpPr txBox="1"/>
          <p:nvPr/>
        </p:nvSpPr>
        <p:spPr>
          <a:xfrm>
            <a:off x="5322569" y="4197815"/>
            <a:ext cx="3821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easy 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 (</a:t>
            </a:r>
            <a:r>
              <a:rPr lang="en-US" sz="2000" b="1" dirty="0">
                <a:solidFill>
                  <a:srgbClr val="C00000"/>
                </a:solidFill>
              </a:rPr>
              <a:t>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 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maintain</a:t>
            </a:r>
            <a:r>
              <a:rPr lang="en-US" sz="2000" dirty="0"/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/>
              <p:nvPr/>
            </p:nvSpPr>
            <p:spPr>
              <a:xfrm>
                <a:off x="2966970" y="4457456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FEC1F78-AEB2-4133-8B2B-5ADE0780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970" y="4457456"/>
                <a:ext cx="206339" cy="307777"/>
              </a:xfrm>
              <a:prstGeom prst="rect">
                <a:avLst/>
              </a:prstGeom>
              <a:blipFill>
                <a:blip r:embed="rId4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3434E8-26AF-4B00-881A-FF1A12D05159}"/>
              </a:ext>
            </a:extLst>
          </p:cNvPr>
          <p:cNvGrpSpPr/>
          <p:nvPr/>
        </p:nvGrpSpPr>
        <p:grpSpPr>
          <a:xfrm>
            <a:off x="358055" y="4127901"/>
            <a:ext cx="3019489" cy="1953867"/>
            <a:chOff x="358055" y="4127901"/>
            <a:chExt cx="3019489" cy="1953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23BA5F5A-38F1-4757-B2EB-0A11B04C8C31}"/>
                    </a:ext>
                  </a:extLst>
                </p:cNvPr>
                <p:cNvSpPr/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23BA5F5A-38F1-4757-B2EB-0A11B04C8C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9BB2FBE-2FED-46F4-96EB-17F5D2F486DC}"/>
                </a:ext>
              </a:extLst>
            </p:cNvPr>
            <p:cNvCxnSpPr>
              <a:cxnSpLocks/>
              <a:stCxn id="40" idx="7"/>
              <a:endCxn id="37" idx="3"/>
            </p:cNvCxnSpPr>
            <p:nvPr/>
          </p:nvCxnSpPr>
          <p:spPr>
            <a:xfrm flipV="1">
              <a:off x="1347713" y="4358868"/>
              <a:ext cx="583821" cy="2057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1D20F929-EA27-4F07-8BA9-4B11A1851270}"/>
                    </a:ext>
                  </a:extLst>
                </p:cNvPr>
                <p:cNvSpPr/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1D20F929-EA27-4F07-8BA9-4B11A18512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58C3018-12CC-4D01-9F71-CA67D8980A33}"/>
                    </a:ext>
                  </a:extLst>
                </p:cNvPr>
                <p:cNvSpPr/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58C3018-12CC-4D01-9F71-CA67D8980A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B08077D-50B2-4B1E-B7A7-58F3E04872EB}"/>
                    </a:ext>
                  </a:extLst>
                </p:cNvPr>
                <p:cNvSpPr/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B08077D-50B2-4B1E-B7A7-58F3E04872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9BA3224-ED4C-45CA-A089-4368FC8423C5}"/>
                    </a:ext>
                  </a:extLst>
                </p:cNvPr>
                <p:cNvSpPr/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B9BA3224-ED4C-45CA-A089-4368FC8423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0DDFF74-780A-4FCA-A5F8-CEA7542922F5}"/>
                </a:ext>
              </a:extLst>
            </p:cNvPr>
            <p:cNvCxnSpPr>
              <a:cxnSpLocks/>
              <a:stCxn id="37" idx="5"/>
              <a:endCxn id="39" idx="1"/>
            </p:cNvCxnSpPr>
            <p:nvPr/>
          </p:nvCxnSpPr>
          <p:spPr>
            <a:xfrm>
              <a:off x="2122873" y="4358868"/>
              <a:ext cx="583821" cy="204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2251554-E1CA-4568-BE1E-602C3C0D2B68}"/>
                </a:ext>
              </a:extLst>
            </p:cNvPr>
            <p:cNvCxnSpPr>
              <a:cxnSpLocks/>
              <a:stCxn id="40" idx="5"/>
              <a:endCxn id="42" idx="0"/>
            </p:cNvCxnSpPr>
            <p:nvPr/>
          </p:nvCxnSpPr>
          <p:spPr>
            <a:xfrm>
              <a:off x="1347713" y="4755979"/>
              <a:ext cx="358855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AC74740-736B-4A3B-B19A-46C4EAD3E75B}"/>
                </a:ext>
              </a:extLst>
            </p:cNvPr>
            <p:cNvCxnSpPr>
              <a:cxnSpLocks/>
              <a:stCxn id="27" idx="0"/>
              <a:endCxn id="40" idx="3"/>
            </p:cNvCxnSpPr>
            <p:nvPr/>
          </p:nvCxnSpPr>
          <p:spPr>
            <a:xfrm flipV="1">
              <a:off x="771603" y="4755979"/>
              <a:ext cx="384771" cy="21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3DCF643-E41B-48C5-9623-C6C0DB5A7C9F}"/>
                </a:ext>
              </a:extLst>
            </p:cNvPr>
            <p:cNvCxnSpPr>
              <a:cxnSpLocks/>
              <a:stCxn id="39" idx="5"/>
              <a:endCxn id="43" idx="0"/>
            </p:cNvCxnSpPr>
            <p:nvPr/>
          </p:nvCxnSpPr>
          <p:spPr>
            <a:xfrm>
              <a:off x="2898033" y="4754678"/>
              <a:ext cx="344214" cy="2168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EFCD3FE5-1500-4FD6-8044-46DBA3128FF6}"/>
                    </a:ext>
                  </a:extLst>
                </p:cNvPr>
                <p:cNvSpPr/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EFCD3FE5-1500-4FD6-8044-46DBA3128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8CC22AD-2792-4301-A528-7FE98036B9F5}"/>
                </a:ext>
              </a:extLst>
            </p:cNvPr>
            <p:cNvCxnSpPr>
              <a:cxnSpLocks/>
              <a:stCxn id="50" idx="0"/>
              <a:endCxn id="27" idx="5"/>
            </p:cNvCxnSpPr>
            <p:nvPr/>
          </p:nvCxnSpPr>
          <p:spPr>
            <a:xfrm flipH="1" flipV="1">
              <a:off x="867272" y="5202502"/>
              <a:ext cx="174926" cy="18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1FD19112-270E-4F4B-BD73-215BC8E97B3F}"/>
                    </a:ext>
                  </a:extLst>
                </p:cNvPr>
                <p:cNvSpPr/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1FD19112-270E-4F4B-BD73-215BC8E97B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1C66BE8-6D65-4D5D-A3BC-E76091051935}"/>
                </a:ext>
              </a:extLst>
            </p:cNvPr>
            <p:cNvCxnSpPr>
              <a:cxnSpLocks/>
              <a:stCxn id="55" idx="0"/>
              <a:endCxn id="50" idx="3"/>
            </p:cNvCxnSpPr>
            <p:nvPr/>
          </p:nvCxnSpPr>
          <p:spPr>
            <a:xfrm flipV="1">
              <a:off x="786034" y="5619025"/>
              <a:ext cx="160494" cy="192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76C4D3F6-2B07-4C21-8A69-B0633E9A256E}"/>
                    </a:ext>
                  </a:extLst>
                </p:cNvPr>
                <p:cNvSpPr/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76C4D3F6-2B07-4C21-8A69-B0633E9A25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60077FF-A16D-4386-B25E-294609387A50}"/>
                </a:ext>
              </a:extLst>
            </p:cNvPr>
            <p:cNvCxnSpPr>
              <a:cxnSpLocks/>
              <a:stCxn id="25" idx="0"/>
              <a:endCxn id="27" idx="3"/>
            </p:cNvCxnSpPr>
            <p:nvPr/>
          </p:nvCxnSpPr>
          <p:spPr>
            <a:xfrm flipV="1">
              <a:off x="493353" y="5202502"/>
              <a:ext cx="182580" cy="1855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99647154-979E-4316-84EE-B21577544799}"/>
                    </a:ext>
                  </a:extLst>
                </p:cNvPr>
                <p:cNvSpPr/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99647154-979E-4316-84EE-B215775447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CE6BC71-C973-42D8-B48F-8D14E5102664}"/>
                  </a:ext>
                </a:extLst>
              </p:cNvPr>
              <p:cNvSpPr txBox="1"/>
              <p:nvPr/>
            </p:nvSpPr>
            <p:spPr>
              <a:xfrm>
                <a:off x="400602" y="4926628"/>
                <a:ext cx="185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CE6BC71-C973-42D8-B48F-8D14E5102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2" y="4926628"/>
                <a:ext cx="185500" cy="307777"/>
              </a:xfrm>
              <a:prstGeom prst="rect">
                <a:avLst/>
              </a:prstGeom>
              <a:blipFill>
                <a:blip r:embed="rId14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图片 35">
            <a:extLst>
              <a:ext uri="{FF2B5EF4-FFF2-40B4-BE49-F238E27FC236}">
                <a16:creationId xmlns:a16="http://schemas.microsoft.com/office/drawing/2014/main" id="{65B4E696-62B9-4580-AFB9-B29504F228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8415" y="4127901"/>
            <a:ext cx="4563341" cy="19432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77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2291284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bg1">
                        <a:lumMod val="65000"/>
                      </a:schemeClr>
                    </a:solidFill>
                  </a:rPr>
                  <a:t>Case 2:</a:t>
                </a:r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’s parent is red, has black uncle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 is right child of its 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Case 3: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is red, has black uncle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is left child of its 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Fix:</a:t>
                </a:r>
                <a:r>
                  <a:rPr lang="en-US" sz="2000" dirty="0"/>
                  <a:t> “right-rotate”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grandparent, recolor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and grandparent.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2291284"/>
              </a:xfrm>
              <a:blipFill>
                <a:blip r:embed="rId3"/>
                <a:stretch>
                  <a:fillRect l="-931" t="-3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7BDBB77-8A68-4E4A-B1B9-8E97E972EF14}"/>
              </a:ext>
            </a:extLst>
          </p:cNvPr>
          <p:cNvSpPr txBox="1"/>
          <p:nvPr/>
        </p:nvSpPr>
        <p:spPr>
          <a:xfrm>
            <a:off x="5322569" y="4197815"/>
            <a:ext cx="3821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easy 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 (</a:t>
            </a:r>
            <a:r>
              <a:rPr lang="en-US" sz="2000" b="1" dirty="0">
                <a:solidFill>
                  <a:srgbClr val="C00000"/>
                </a:solidFill>
              </a:rPr>
              <a:t>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 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maintain</a:t>
            </a:r>
            <a:r>
              <a:rPr lang="en-US" sz="2000" dirty="0"/>
              <a:t>).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9643B5-EC0B-416F-AD73-5D302953F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460" y="4065889"/>
            <a:ext cx="5403008" cy="19885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57C4B1-DC2E-4E4E-9F82-1A065B85C24C}"/>
                  </a:ext>
                </a:extLst>
              </p:cNvPr>
              <p:cNvSpPr txBox="1"/>
              <p:nvPr/>
            </p:nvSpPr>
            <p:spPr>
              <a:xfrm>
                <a:off x="2966970" y="4457456"/>
                <a:ext cx="2063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57C4B1-DC2E-4E4E-9F82-1A065B85C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970" y="4457456"/>
                <a:ext cx="206339" cy="307777"/>
              </a:xfrm>
              <a:prstGeom prst="rect">
                <a:avLst/>
              </a:prstGeom>
              <a:blipFill>
                <a:blip r:embed="rId5"/>
                <a:stretch>
                  <a:fillRect l="-29412" r="-29412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DBFFF53D-48F7-4B22-A8D4-D05EB85629C0}"/>
              </a:ext>
            </a:extLst>
          </p:cNvPr>
          <p:cNvGrpSpPr/>
          <p:nvPr/>
        </p:nvGrpSpPr>
        <p:grpSpPr>
          <a:xfrm>
            <a:off x="358055" y="4127901"/>
            <a:ext cx="3019489" cy="1953867"/>
            <a:chOff x="358055" y="4127901"/>
            <a:chExt cx="3019489" cy="1953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3637CBD9-FBB5-47A2-8271-19E5798F9A1D}"/>
                    </a:ext>
                  </a:extLst>
                </p:cNvPr>
                <p:cNvSpPr/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3637CBD9-FBB5-47A2-8271-19E5798F9A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906" y="4127901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6005810-93CC-40E8-8836-CAC0CC1F6495}"/>
                </a:ext>
              </a:extLst>
            </p:cNvPr>
            <p:cNvCxnSpPr>
              <a:cxnSpLocks/>
              <a:stCxn id="34" idx="7"/>
              <a:endCxn id="31" idx="3"/>
            </p:cNvCxnSpPr>
            <p:nvPr/>
          </p:nvCxnSpPr>
          <p:spPr>
            <a:xfrm flipV="1">
              <a:off x="1347713" y="4358868"/>
              <a:ext cx="583821" cy="2057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8A2020C4-D71F-4C30-9E6D-AA4383AF2D74}"/>
                    </a:ext>
                  </a:extLst>
                </p:cNvPr>
                <p:cNvSpPr/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8A2020C4-D71F-4C30-9E6D-AA4383AF2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7066" y="4523711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7BA6CEE0-92D8-412D-9C7B-C7CC5C39F63E}"/>
                    </a:ext>
                  </a:extLst>
                </p:cNvPr>
                <p:cNvSpPr/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7BA6CEE0-92D8-412D-9C7B-C7CC5C39F6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45E9DB3D-246B-422A-90A1-D45BD4E6E758}"/>
                    </a:ext>
                  </a:extLst>
                </p:cNvPr>
                <p:cNvSpPr/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45E9DB3D-246B-422A-90A1-D45BD4E6E7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1270" y="4973355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A6C002ED-6817-4BB5-B32C-26099CE43893}"/>
                    </a:ext>
                  </a:extLst>
                </p:cNvPr>
                <p:cNvSpPr/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A6C002ED-6817-4BB5-B32C-26099CE438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6949" y="4971535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5D5BA3D-922F-4250-AE25-8516B7BFE0FC}"/>
                </a:ext>
              </a:extLst>
            </p:cNvPr>
            <p:cNvCxnSpPr>
              <a:cxnSpLocks/>
              <a:stCxn id="31" idx="5"/>
              <a:endCxn id="33" idx="1"/>
            </p:cNvCxnSpPr>
            <p:nvPr/>
          </p:nvCxnSpPr>
          <p:spPr>
            <a:xfrm>
              <a:off x="2122873" y="4358868"/>
              <a:ext cx="583821" cy="204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9F2383A-550E-45FC-AF83-0FC36EDE5B96}"/>
                </a:ext>
              </a:extLst>
            </p:cNvPr>
            <p:cNvCxnSpPr>
              <a:cxnSpLocks/>
              <a:stCxn id="34" idx="5"/>
              <a:endCxn id="41" idx="0"/>
            </p:cNvCxnSpPr>
            <p:nvPr/>
          </p:nvCxnSpPr>
          <p:spPr>
            <a:xfrm>
              <a:off x="1347713" y="4755979"/>
              <a:ext cx="358855" cy="2173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29B32A5-76AE-401B-9225-048503ADA6E4}"/>
                </a:ext>
              </a:extLst>
            </p:cNvPr>
            <p:cNvCxnSpPr>
              <a:cxnSpLocks/>
              <a:stCxn id="63" idx="0"/>
              <a:endCxn id="34" idx="3"/>
            </p:cNvCxnSpPr>
            <p:nvPr/>
          </p:nvCxnSpPr>
          <p:spPr>
            <a:xfrm flipV="1">
              <a:off x="771603" y="4755979"/>
              <a:ext cx="384771" cy="21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FB54562-42F6-45AC-86FF-7D7CEF402839}"/>
                </a:ext>
              </a:extLst>
            </p:cNvPr>
            <p:cNvCxnSpPr>
              <a:cxnSpLocks/>
              <a:stCxn id="33" idx="5"/>
              <a:endCxn id="46" idx="0"/>
            </p:cNvCxnSpPr>
            <p:nvPr/>
          </p:nvCxnSpPr>
          <p:spPr>
            <a:xfrm>
              <a:off x="2898033" y="4754678"/>
              <a:ext cx="344214" cy="2168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A0FC9E4D-8FF1-45CC-8D50-35B2EA5D2CE5}"/>
                    </a:ext>
                  </a:extLst>
                </p:cNvPr>
                <p:cNvSpPr/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A0FC9E4D-8FF1-45CC-8D50-35B2EA5D2C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A4050F9-60C4-475D-9A90-F1536F183E79}"/>
                </a:ext>
              </a:extLst>
            </p:cNvPr>
            <p:cNvCxnSpPr>
              <a:cxnSpLocks/>
              <a:stCxn id="57" idx="0"/>
              <a:endCxn id="63" idx="5"/>
            </p:cNvCxnSpPr>
            <p:nvPr/>
          </p:nvCxnSpPr>
          <p:spPr>
            <a:xfrm flipH="1" flipV="1">
              <a:off x="867272" y="5202502"/>
              <a:ext cx="174926" cy="18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70BDB880-AE52-443F-8E63-3EB60DB2E92A}"/>
                    </a:ext>
                  </a:extLst>
                </p:cNvPr>
                <p:cNvSpPr/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70BDB880-AE52-443F-8E63-3EB60DB2E9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D90409B-7BDE-4E06-8EE6-FDC42E92C49D}"/>
                </a:ext>
              </a:extLst>
            </p:cNvPr>
            <p:cNvCxnSpPr>
              <a:cxnSpLocks/>
              <a:stCxn id="59" idx="0"/>
              <a:endCxn id="57" idx="3"/>
            </p:cNvCxnSpPr>
            <p:nvPr/>
          </p:nvCxnSpPr>
          <p:spPr>
            <a:xfrm flipV="1">
              <a:off x="786034" y="5619025"/>
              <a:ext cx="160494" cy="192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895504E0-DFC5-48E6-BC2F-207F98F01CC0}"/>
                    </a:ext>
                  </a:extLst>
                </p:cNvPr>
                <p:cNvSpPr/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895504E0-DFC5-48E6-BC2F-207F98F01C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DDF0BBC4-9A41-48D9-BB63-2405C280E907}"/>
                </a:ext>
              </a:extLst>
            </p:cNvPr>
            <p:cNvCxnSpPr>
              <a:cxnSpLocks/>
              <a:stCxn id="61" idx="0"/>
              <a:endCxn id="63" idx="3"/>
            </p:cNvCxnSpPr>
            <p:nvPr/>
          </p:nvCxnSpPr>
          <p:spPr>
            <a:xfrm flipV="1">
              <a:off x="493353" y="5202502"/>
              <a:ext cx="182580" cy="1855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B15B3AC8-F291-4175-8FC3-DA91AD34BCB2}"/>
                    </a:ext>
                  </a:extLst>
                </p:cNvPr>
                <p:cNvSpPr/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B15B3AC8-F291-4175-8FC3-DA91AD34BC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84BCC04-6809-44E8-80F5-399502423931}"/>
                  </a:ext>
                </a:extLst>
              </p:cNvPr>
              <p:cNvSpPr txBox="1"/>
              <p:nvPr/>
            </p:nvSpPr>
            <p:spPr>
              <a:xfrm>
                <a:off x="400602" y="4926628"/>
                <a:ext cx="185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84BCC04-6809-44E8-80F5-399502423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2" y="4926628"/>
                <a:ext cx="185500" cy="307777"/>
              </a:xfrm>
              <a:prstGeom prst="rect">
                <a:avLst/>
              </a:prstGeom>
              <a:blipFill>
                <a:blip r:embed="rId15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箭头: 手杖形 64">
            <a:extLst>
              <a:ext uri="{FF2B5EF4-FFF2-40B4-BE49-F238E27FC236}">
                <a16:creationId xmlns:a16="http://schemas.microsoft.com/office/drawing/2014/main" id="{1DBA5433-893A-4C30-A6FC-9A9EFBC7EB11}"/>
              </a:ext>
            </a:extLst>
          </p:cNvPr>
          <p:cNvSpPr/>
          <p:nvPr/>
        </p:nvSpPr>
        <p:spPr>
          <a:xfrm>
            <a:off x="1874912" y="4457159"/>
            <a:ext cx="344212" cy="270595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00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2291284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Color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Fix any violated properties.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bg1">
                        <a:lumMod val="65000"/>
                      </a:schemeClr>
                    </a:solidFill>
                  </a:rPr>
                  <a:t>Case 2:</a:t>
                </a:r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’s parent is red, has black uncle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chemeClr val="bg1">
                        <a:lumMod val="65000"/>
                      </a:schemeClr>
                    </a:solidFill>
                  </a:rPr>
                  <a:t> is right child of its 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Case 3: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is red, has black uncle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is left child of its 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Fix:</a:t>
                </a:r>
                <a:r>
                  <a:rPr lang="en-US" sz="2000" dirty="0"/>
                  <a:t> “right-rotate”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grandparent, recolor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’s parent and grandparent.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Effect:</a:t>
                </a:r>
                <a:r>
                  <a:rPr lang="en-US" sz="2000" dirty="0"/>
                  <a:t> all properties are satisfied.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2291284"/>
              </a:xfrm>
              <a:blipFill>
                <a:blip r:embed="rId3"/>
                <a:stretch>
                  <a:fillRect l="-931" t="-3723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7BDBB77-8A68-4E4A-B1B9-8E97E972EF14}"/>
              </a:ext>
            </a:extLst>
          </p:cNvPr>
          <p:cNvSpPr txBox="1"/>
          <p:nvPr/>
        </p:nvSpPr>
        <p:spPr>
          <a:xfrm>
            <a:off x="5322569" y="4197815"/>
            <a:ext cx="3821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Root is black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easy 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No-red-edge property (</a:t>
            </a:r>
            <a:r>
              <a:rPr lang="en-US" sz="2000" b="1" dirty="0">
                <a:solidFill>
                  <a:srgbClr val="C00000"/>
                </a:solidFill>
              </a:rPr>
              <a:t>fix</a:t>
            </a:r>
            <a:r>
              <a:rPr lang="en-US" sz="2000" dirty="0"/>
              <a:t>).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dirty="0"/>
              <a:t>Black-height property 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maintain</a:t>
            </a:r>
            <a:r>
              <a:rPr lang="en-US" sz="2000" dirty="0"/>
              <a:t>).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9643B5-EC0B-416F-AD73-5D302953F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460" y="4065889"/>
            <a:ext cx="5403008" cy="19885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924950F4-F4A7-4EAC-9063-2601B3BDA009}"/>
              </a:ext>
            </a:extLst>
          </p:cNvPr>
          <p:cNvGrpSpPr/>
          <p:nvPr/>
        </p:nvGrpSpPr>
        <p:grpSpPr>
          <a:xfrm>
            <a:off x="358055" y="4525012"/>
            <a:ext cx="2071530" cy="1556756"/>
            <a:chOff x="358055" y="4525012"/>
            <a:chExt cx="2071530" cy="15567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3637CBD9-FBB5-47A2-8271-19E5798F9A1D}"/>
                    </a:ext>
                  </a:extLst>
                </p:cNvPr>
                <p:cNvSpPr/>
                <p:nvPr/>
              </p:nvSpPr>
              <p:spPr>
                <a:xfrm>
                  <a:off x="1617800" y="4971534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3637CBD9-FBB5-47A2-8271-19E5798F9A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7800" y="4971534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 l="-12766" r="-12766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6005810-93CC-40E8-8836-CAC0CC1F6495}"/>
                </a:ext>
              </a:extLst>
            </p:cNvPr>
            <p:cNvCxnSpPr>
              <a:cxnSpLocks/>
              <a:stCxn id="34" idx="5"/>
              <a:endCxn id="31" idx="0"/>
            </p:cNvCxnSpPr>
            <p:nvPr/>
          </p:nvCxnSpPr>
          <p:spPr>
            <a:xfrm>
              <a:off x="1347713" y="4755979"/>
              <a:ext cx="405385" cy="2155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8A2020C4-D71F-4C30-9E6D-AA4383AF2D74}"/>
                    </a:ext>
                  </a:extLst>
                </p:cNvPr>
                <p:cNvSpPr/>
                <p:nvPr/>
              </p:nvSpPr>
              <p:spPr>
                <a:xfrm>
                  <a:off x="1888395" y="5376963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8A2020C4-D71F-4C30-9E6D-AA4383AF2D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8395" y="5376963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 l="-13043" r="-1521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7BA6CEE0-92D8-412D-9C7B-C7CC5C39F63E}"/>
                    </a:ext>
                  </a:extLst>
                </p:cNvPr>
                <p:cNvSpPr/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7BA6CEE0-92D8-412D-9C7B-C7CC5C39F6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45E9DB3D-246B-422A-90A1-D45BD4E6E758}"/>
                    </a:ext>
                  </a:extLst>
                </p:cNvPr>
                <p:cNvSpPr/>
                <p:nvPr/>
              </p:nvSpPr>
              <p:spPr>
                <a:xfrm>
                  <a:off x="1342898" y="5376964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45E9DB3D-246B-422A-90A1-D45BD4E6E7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2898" y="5376964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A6C002ED-6817-4BB5-B32C-26099CE43893}"/>
                    </a:ext>
                  </a:extLst>
                </p:cNvPr>
                <p:cNvSpPr/>
                <p:nvPr/>
              </p:nvSpPr>
              <p:spPr>
                <a:xfrm>
                  <a:off x="2158990" y="5807788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A6C002ED-6817-4BB5-B32C-26099CE438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990" y="5807788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 l="-12766" r="-14894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25D5BA3D-922F-4250-AE25-8516B7BFE0FC}"/>
                </a:ext>
              </a:extLst>
            </p:cNvPr>
            <p:cNvCxnSpPr>
              <a:cxnSpLocks/>
              <a:stCxn id="31" idx="5"/>
              <a:endCxn id="33" idx="0"/>
            </p:cNvCxnSpPr>
            <p:nvPr/>
          </p:nvCxnSpPr>
          <p:spPr>
            <a:xfrm>
              <a:off x="1848767" y="5202501"/>
              <a:ext cx="174926" cy="17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9F2383A-550E-45FC-AF83-0FC36EDE5B96}"/>
                </a:ext>
              </a:extLst>
            </p:cNvPr>
            <p:cNvCxnSpPr>
              <a:cxnSpLocks/>
              <a:stCxn id="31" idx="3"/>
              <a:endCxn id="41" idx="0"/>
            </p:cNvCxnSpPr>
            <p:nvPr/>
          </p:nvCxnSpPr>
          <p:spPr>
            <a:xfrm flipH="1">
              <a:off x="1478196" y="5202501"/>
              <a:ext cx="179232" cy="1744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29B32A5-76AE-401B-9225-048503ADA6E4}"/>
                </a:ext>
              </a:extLst>
            </p:cNvPr>
            <p:cNvCxnSpPr>
              <a:cxnSpLocks/>
              <a:stCxn id="63" idx="0"/>
              <a:endCxn id="34" idx="3"/>
            </p:cNvCxnSpPr>
            <p:nvPr/>
          </p:nvCxnSpPr>
          <p:spPr>
            <a:xfrm flipV="1">
              <a:off x="771603" y="4755979"/>
              <a:ext cx="384771" cy="21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FB54562-42F6-45AC-86FF-7D7CEF402839}"/>
                </a:ext>
              </a:extLst>
            </p:cNvPr>
            <p:cNvCxnSpPr>
              <a:cxnSpLocks/>
              <a:stCxn id="33" idx="5"/>
              <a:endCxn id="46" idx="0"/>
            </p:cNvCxnSpPr>
            <p:nvPr/>
          </p:nvCxnSpPr>
          <p:spPr>
            <a:xfrm>
              <a:off x="2119362" y="5607930"/>
              <a:ext cx="174926" cy="1998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A0FC9E4D-8FF1-45CC-8D50-35B2EA5D2CE5}"/>
                    </a:ext>
                  </a:extLst>
                </p:cNvPr>
                <p:cNvSpPr/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A0FC9E4D-8FF1-45CC-8D50-35B2EA5D2C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A4050F9-60C4-475D-9A90-F1536F183E79}"/>
                </a:ext>
              </a:extLst>
            </p:cNvPr>
            <p:cNvCxnSpPr>
              <a:cxnSpLocks/>
              <a:stCxn id="57" idx="0"/>
              <a:endCxn id="63" idx="5"/>
            </p:cNvCxnSpPr>
            <p:nvPr/>
          </p:nvCxnSpPr>
          <p:spPr>
            <a:xfrm flipH="1" flipV="1">
              <a:off x="867272" y="5202502"/>
              <a:ext cx="174926" cy="18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70BDB880-AE52-443F-8E63-3EB60DB2E92A}"/>
                    </a:ext>
                  </a:extLst>
                </p:cNvPr>
                <p:cNvSpPr/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70BDB880-AE52-443F-8E63-3EB60DB2E9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D90409B-7BDE-4E06-8EE6-FDC42E92C49D}"/>
                </a:ext>
              </a:extLst>
            </p:cNvPr>
            <p:cNvCxnSpPr>
              <a:cxnSpLocks/>
              <a:stCxn id="59" idx="0"/>
              <a:endCxn id="57" idx="3"/>
            </p:cNvCxnSpPr>
            <p:nvPr/>
          </p:nvCxnSpPr>
          <p:spPr>
            <a:xfrm flipV="1">
              <a:off x="786034" y="5619025"/>
              <a:ext cx="160494" cy="192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895504E0-DFC5-48E6-BC2F-207F98F01CC0}"/>
                    </a:ext>
                  </a:extLst>
                </p:cNvPr>
                <p:cNvSpPr/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895504E0-DFC5-48E6-BC2F-207F98F01C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DDF0BBC4-9A41-48D9-BB63-2405C280E907}"/>
                </a:ext>
              </a:extLst>
            </p:cNvPr>
            <p:cNvCxnSpPr>
              <a:cxnSpLocks/>
              <a:stCxn id="61" idx="0"/>
              <a:endCxn id="63" idx="3"/>
            </p:cNvCxnSpPr>
            <p:nvPr/>
          </p:nvCxnSpPr>
          <p:spPr>
            <a:xfrm flipV="1">
              <a:off x="493353" y="5202502"/>
              <a:ext cx="182580" cy="1855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B15B3AC8-F291-4175-8FC3-DA91AD34BCB2}"/>
                    </a:ext>
                  </a:extLst>
                </p:cNvPr>
                <p:cNvSpPr/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B15B3AC8-F291-4175-8FC3-DA91AD34BC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84BCC04-6809-44E8-80F5-399502423931}"/>
                  </a:ext>
                </a:extLst>
              </p:cNvPr>
              <p:cNvSpPr txBox="1"/>
              <p:nvPr/>
            </p:nvSpPr>
            <p:spPr>
              <a:xfrm>
                <a:off x="400602" y="4926628"/>
                <a:ext cx="1855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84BCC04-6809-44E8-80F5-399502423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2" y="4926628"/>
                <a:ext cx="185500" cy="307777"/>
              </a:xfrm>
              <a:prstGeom prst="rect">
                <a:avLst/>
              </a:prstGeom>
              <a:blipFill>
                <a:blip r:embed="rId14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D6DD141D-20E7-4DC3-8D04-422030DBDC59}"/>
              </a:ext>
            </a:extLst>
          </p:cNvPr>
          <p:cNvSpPr txBox="1"/>
          <p:nvPr/>
        </p:nvSpPr>
        <p:spPr>
          <a:xfrm>
            <a:off x="1469081" y="4042486"/>
            <a:ext cx="1921007" cy="510778"/>
          </a:xfrm>
          <a:prstGeom prst="roundRect">
            <a:avLst>
              <a:gd name="adj" fmla="val 2480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We are done!</a:t>
            </a:r>
          </a:p>
        </p:txBody>
      </p:sp>
    </p:spTree>
    <p:extLst>
      <p:ext uri="{BB962C8B-B14F-4D97-AF65-F5344CB8AC3E}">
        <p14:creationId xmlns:p14="http://schemas.microsoft.com/office/powerpoint/2010/main" val="263631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Step 2:</a:t>
                </a:r>
                <a:r>
                  <a:rPr lang="en-US" sz="2000" dirty="0"/>
                  <a:t> Fix any violated properties.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/>
                  <a:t>No-Fix-Needed: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has a black parent.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/>
                  <a:t>Case 0: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becomes the root.</a:t>
                </a:r>
                <a:br>
                  <a:rPr lang="en-US" sz="1800" dirty="0"/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/>
                  <a:t> recolor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to be black.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/>
                  <a:t>Case 1: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parent is red, has red uncle.</a:t>
                </a:r>
                <a:br>
                  <a:rPr lang="en-US" sz="1800" dirty="0"/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/>
                  <a:t> recoloring to push-up “no-red-edge” violation (maintain “black-height”).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Case 2: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’s parent is red, has black uncle.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is right child of its parent.</a:t>
                </a:r>
                <a:br>
                  <a:rPr lang="en-US" sz="1800" dirty="0">
                    <a:solidFill>
                      <a:schemeClr val="tx1"/>
                    </a:solidFill>
                  </a:rPr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dirty="0"/>
                  <a:t>left-rotate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parent to transform to Case 3 (maintain “black-height”).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Case 3: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parent is red, has black uncle.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is left child of its parent.</a:t>
                </a:r>
                <a:br>
                  <a:rPr lang="en-US" sz="1800" dirty="0"/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/>
                  <a:t> right-rotate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grandparent and recolor nodes, all properties satisfied.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6"/>
              </a:xfrm>
              <a:blipFill>
                <a:blip r:embed="rId3"/>
                <a:stretch>
                  <a:fillRect l="-64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8C2979D6-7990-4E59-9737-F60C71B542FA}"/>
              </a:ext>
            </a:extLst>
          </p:cNvPr>
          <p:cNvGrpSpPr/>
          <p:nvPr/>
        </p:nvGrpSpPr>
        <p:grpSpPr>
          <a:xfrm>
            <a:off x="6846836" y="1728513"/>
            <a:ext cx="2071530" cy="1556756"/>
            <a:chOff x="358055" y="4525012"/>
            <a:chExt cx="2071530" cy="15567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FD0E9157-DA90-41E5-9F7F-E50207F0D4B1}"/>
                    </a:ext>
                  </a:extLst>
                </p:cNvPr>
                <p:cNvSpPr/>
                <p:nvPr/>
              </p:nvSpPr>
              <p:spPr>
                <a:xfrm>
                  <a:off x="1617800" y="4971534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FD0E9157-DA90-41E5-9F7F-E50207F0D4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7800" y="4971534"/>
                  <a:ext cx="270595" cy="270595"/>
                </a:xfrm>
                <a:prstGeom prst="ellipse">
                  <a:avLst/>
                </a:prstGeom>
                <a:blipFill>
                  <a:blip r:embed="rId4"/>
                  <a:stretch>
                    <a:fillRect l="-13043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33E5D38-48CD-41C5-B14F-59D7ADB574CF}"/>
                </a:ext>
              </a:extLst>
            </p:cNvPr>
            <p:cNvCxnSpPr>
              <a:cxnSpLocks/>
              <a:stCxn id="87" idx="5"/>
              <a:endCxn id="84" idx="0"/>
            </p:cNvCxnSpPr>
            <p:nvPr/>
          </p:nvCxnSpPr>
          <p:spPr>
            <a:xfrm>
              <a:off x="1347713" y="4755979"/>
              <a:ext cx="405385" cy="2155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33354F2E-7C85-47C9-8329-7C4D1F016DFA}"/>
                    </a:ext>
                  </a:extLst>
                </p:cNvPr>
                <p:cNvSpPr/>
                <p:nvPr/>
              </p:nvSpPr>
              <p:spPr>
                <a:xfrm>
                  <a:off x="1888395" y="5376963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33354F2E-7C85-47C9-8329-7C4D1F016D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8395" y="5376963"/>
                  <a:ext cx="270595" cy="270595"/>
                </a:xfrm>
                <a:prstGeom prst="ellipse">
                  <a:avLst/>
                </a:prstGeom>
                <a:blipFill>
                  <a:blip r:embed="rId5"/>
                  <a:stretch>
                    <a:fillRect l="-12766" r="-1276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3844C2DE-4DE0-4F93-9BF3-2F44B96E2B62}"/>
                    </a:ext>
                  </a:extLst>
                </p:cNvPr>
                <p:cNvSpPr/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3844C2DE-4DE0-4F93-9BF3-2F44B96E2B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46" y="4525012"/>
                  <a:ext cx="270595" cy="27059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94B08B69-365F-4CAB-81CB-70B0F99B681C}"/>
                    </a:ext>
                  </a:extLst>
                </p:cNvPr>
                <p:cNvSpPr/>
                <p:nvPr/>
              </p:nvSpPr>
              <p:spPr>
                <a:xfrm>
                  <a:off x="1342898" y="5376964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94B08B69-365F-4CAB-81CB-70B0F99B68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2898" y="5376964"/>
                  <a:ext cx="270595" cy="27059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椭圆 88">
                  <a:extLst>
                    <a:ext uri="{FF2B5EF4-FFF2-40B4-BE49-F238E27FC236}">
                      <a16:creationId xmlns:a16="http://schemas.microsoft.com/office/drawing/2014/main" id="{FF729A4B-80CE-4ADB-87E3-580C3E1ED0C1}"/>
                    </a:ext>
                  </a:extLst>
                </p:cNvPr>
                <p:cNvSpPr/>
                <p:nvPr/>
              </p:nvSpPr>
              <p:spPr>
                <a:xfrm>
                  <a:off x="2158990" y="5807788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椭圆 88">
                  <a:extLst>
                    <a:ext uri="{FF2B5EF4-FFF2-40B4-BE49-F238E27FC236}">
                      <a16:creationId xmlns:a16="http://schemas.microsoft.com/office/drawing/2014/main" id="{FF729A4B-80CE-4ADB-87E3-580C3E1ED0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990" y="5807788"/>
                  <a:ext cx="270595" cy="270595"/>
                </a:xfrm>
                <a:prstGeom prst="ellipse">
                  <a:avLst/>
                </a:prstGeom>
                <a:blipFill>
                  <a:blip r:embed="rId8"/>
                  <a:stretch>
                    <a:fillRect l="-15217" r="-15217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A157A001-4FA4-4E84-A7A2-0678701F81EB}"/>
                </a:ext>
              </a:extLst>
            </p:cNvPr>
            <p:cNvCxnSpPr>
              <a:cxnSpLocks/>
              <a:stCxn id="84" idx="5"/>
              <a:endCxn id="86" idx="0"/>
            </p:cNvCxnSpPr>
            <p:nvPr/>
          </p:nvCxnSpPr>
          <p:spPr>
            <a:xfrm>
              <a:off x="1848767" y="5202501"/>
              <a:ext cx="174926" cy="1744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379609BB-0A79-4962-96C5-1A672D2AE052}"/>
                </a:ext>
              </a:extLst>
            </p:cNvPr>
            <p:cNvCxnSpPr>
              <a:cxnSpLocks/>
              <a:stCxn id="84" idx="3"/>
              <a:endCxn id="88" idx="0"/>
            </p:cNvCxnSpPr>
            <p:nvPr/>
          </p:nvCxnSpPr>
          <p:spPr>
            <a:xfrm flipH="1">
              <a:off x="1478196" y="5202501"/>
              <a:ext cx="179232" cy="1744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01F24AC-15D5-4763-90EF-713081252902}"/>
                </a:ext>
              </a:extLst>
            </p:cNvPr>
            <p:cNvCxnSpPr>
              <a:cxnSpLocks/>
              <a:stCxn id="100" idx="0"/>
              <a:endCxn id="87" idx="3"/>
            </p:cNvCxnSpPr>
            <p:nvPr/>
          </p:nvCxnSpPr>
          <p:spPr>
            <a:xfrm flipV="1">
              <a:off x="771603" y="4755979"/>
              <a:ext cx="384771" cy="21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38B9D3F6-C6F9-4FE1-BE5A-0702C3F17845}"/>
                </a:ext>
              </a:extLst>
            </p:cNvPr>
            <p:cNvCxnSpPr>
              <a:cxnSpLocks/>
              <a:stCxn id="86" idx="5"/>
              <a:endCxn id="89" idx="0"/>
            </p:cNvCxnSpPr>
            <p:nvPr/>
          </p:nvCxnSpPr>
          <p:spPr>
            <a:xfrm>
              <a:off x="2119362" y="5607930"/>
              <a:ext cx="174926" cy="1998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CCF28DB5-15F8-4224-9D90-45D74C3B384F}"/>
                    </a:ext>
                  </a:extLst>
                </p:cNvPr>
                <p:cNvSpPr/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CCF28DB5-15F8-4224-9D90-45D74C3B38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900" y="5388058"/>
                  <a:ext cx="270595" cy="27059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E3AB6289-867F-456F-B05F-EC58320F69BE}"/>
                </a:ext>
              </a:extLst>
            </p:cNvPr>
            <p:cNvCxnSpPr>
              <a:cxnSpLocks/>
              <a:stCxn id="94" idx="0"/>
              <a:endCxn id="100" idx="5"/>
            </p:cNvCxnSpPr>
            <p:nvPr/>
          </p:nvCxnSpPr>
          <p:spPr>
            <a:xfrm flipH="1" flipV="1">
              <a:off x="867272" y="5202502"/>
              <a:ext cx="174926" cy="1855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7BCE23A6-51E7-4ACF-A13A-92F5857F0A8B}"/>
                    </a:ext>
                  </a:extLst>
                </p:cNvPr>
                <p:cNvSpPr/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7BCE23A6-51E7-4ACF-A13A-92F5857F0A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736" y="5811173"/>
                  <a:ext cx="270595" cy="27059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4260029-E2EC-468C-A406-E7F20875211F}"/>
                </a:ext>
              </a:extLst>
            </p:cNvPr>
            <p:cNvCxnSpPr>
              <a:cxnSpLocks/>
              <a:stCxn id="96" idx="0"/>
              <a:endCxn id="94" idx="3"/>
            </p:cNvCxnSpPr>
            <p:nvPr/>
          </p:nvCxnSpPr>
          <p:spPr>
            <a:xfrm flipV="1">
              <a:off x="786034" y="5619025"/>
              <a:ext cx="160494" cy="192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3A7A6050-4212-46B5-A243-67C3FF724787}"/>
                    </a:ext>
                  </a:extLst>
                </p:cNvPr>
                <p:cNvSpPr/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3A7A6050-4212-46B5-A243-67C3FF7247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55" y="5388059"/>
                  <a:ext cx="270595" cy="270595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6F75C978-1363-413D-BD1B-5BC19091ECE5}"/>
                </a:ext>
              </a:extLst>
            </p:cNvPr>
            <p:cNvCxnSpPr>
              <a:cxnSpLocks/>
              <a:stCxn id="98" idx="0"/>
              <a:endCxn id="100" idx="3"/>
            </p:cNvCxnSpPr>
            <p:nvPr/>
          </p:nvCxnSpPr>
          <p:spPr>
            <a:xfrm flipV="1">
              <a:off x="493353" y="5202502"/>
              <a:ext cx="182580" cy="1855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37152FD1-1B23-4BD2-8213-DAC817B85216}"/>
                    </a:ext>
                  </a:extLst>
                </p:cNvPr>
                <p:cNvSpPr/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37152FD1-1B23-4BD2-8213-DAC817B852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05" y="4971535"/>
                  <a:ext cx="270595" cy="270595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9278EF8-32BC-4D7A-A26A-9D19CF3FB3A6}"/>
              </a:ext>
            </a:extLst>
          </p:cNvPr>
          <p:cNvGrpSpPr/>
          <p:nvPr/>
        </p:nvGrpSpPr>
        <p:grpSpPr>
          <a:xfrm>
            <a:off x="108669" y="4801144"/>
            <a:ext cx="2748894" cy="1948443"/>
            <a:chOff x="232490" y="4815026"/>
            <a:chExt cx="2748894" cy="194844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890D01C-381C-419F-BAF7-D292EF54F40E}"/>
                </a:ext>
              </a:extLst>
            </p:cNvPr>
            <p:cNvGrpSpPr/>
            <p:nvPr/>
          </p:nvGrpSpPr>
          <p:grpSpPr>
            <a:xfrm>
              <a:off x="232490" y="4815026"/>
              <a:ext cx="2748894" cy="1948443"/>
              <a:chOff x="628650" y="4127901"/>
              <a:chExt cx="2748894" cy="1948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椭圆 26">
                    <a:extLst>
                      <a:ext uri="{FF2B5EF4-FFF2-40B4-BE49-F238E27FC236}">
                        <a16:creationId xmlns:a16="http://schemas.microsoft.com/office/drawing/2014/main" id="{F84608ED-4163-4436-A8D6-C3040BA109CD}"/>
                      </a:ext>
                    </a:extLst>
                  </p:cNvPr>
                  <p:cNvSpPr/>
                  <p:nvPr/>
                </p:nvSpPr>
                <p:spPr>
                  <a:xfrm>
                    <a:off x="1891906" y="4127901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椭圆 26">
                    <a:extLst>
                      <a:ext uri="{FF2B5EF4-FFF2-40B4-BE49-F238E27FC236}">
                        <a16:creationId xmlns:a16="http://schemas.microsoft.com/office/drawing/2014/main" id="{F84608ED-4163-4436-A8D6-C3040BA109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1906" y="4127901"/>
                    <a:ext cx="270595" cy="270595"/>
                  </a:xfrm>
                  <a:prstGeom prst="ellipse">
                    <a:avLst/>
                  </a:prstGeom>
                  <a:blipFill>
                    <a:blip r:embed="rId13"/>
                    <a:stretch>
                      <a:fillRect l="-13043" r="-1521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892CE39-7ED9-408D-BD5A-CE07C8D49BB6}"/>
                  </a:ext>
                </a:extLst>
              </p:cNvPr>
              <p:cNvCxnSpPr>
                <a:cxnSpLocks/>
                <a:stCxn id="36" idx="7"/>
                <a:endCxn id="27" idx="3"/>
              </p:cNvCxnSpPr>
              <p:nvPr/>
            </p:nvCxnSpPr>
            <p:spPr>
              <a:xfrm flipV="1">
                <a:off x="1347713" y="4358868"/>
                <a:ext cx="583821" cy="2057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87AD5245-05A8-47F8-8B1F-4B884183B4E1}"/>
                      </a:ext>
                    </a:extLst>
                  </p:cNvPr>
                  <p:cNvSpPr/>
                  <p:nvPr/>
                </p:nvSpPr>
                <p:spPr>
                  <a:xfrm>
                    <a:off x="2667066" y="4523711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椭圆 29">
                    <a:extLst>
                      <a:ext uri="{FF2B5EF4-FFF2-40B4-BE49-F238E27FC236}">
                        <a16:creationId xmlns:a16="http://schemas.microsoft.com/office/drawing/2014/main" id="{87AD5245-05A8-47F8-8B1F-4B884183B4E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66" y="4523711"/>
                    <a:ext cx="270595" cy="270595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 l="-12766" r="-1276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椭圆 35">
                    <a:extLst>
                      <a:ext uri="{FF2B5EF4-FFF2-40B4-BE49-F238E27FC236}">
                        <a16:creationId xmlns:a16="http://schemas.microsoft.com/office/drawing/2014/main" id="{600F494F-A2FD-4994-88AE-1D4873256CEF}"/>
                      </a:ext>
                    </a:extLst>
                  </p:cNvPr>
                  <p:cNvSpPr/>
                  <p:nvPr/>
                </p:nvSpPr>
                <p:spPr>
                  <a:xfrm>
                    <a:off x="1116746" y="4525012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椭圆 35">
                    <a:extLst>
                      <a:ext uri="{FF2B5EF4-FFF2-40B4-BE49-F238E27FC236}">
                        <a16:creationId xmlns:a16="http://schemas.microsoft.com/office/drawing/2014/main" id="{600F494F-A2FD-4994-88AE-1D4873256C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746" y="4525012"/>
                    <a:ext cx="270595" cy="270595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椭圆 36">
                    <a:extLst>
                      <a:ext uri="{FF2B5EF4-FFF2-40B4-BE49-F238E27FC236}">
                        <a16:creationId xmlns:a16="http://schemas.microsoft.com/office/drawing/2014/main" id="{7477716A-D7B5-4C2B-8AFC-4DAD6D3A3080}"/>
                      </a:ext>
                    </a:extLst>
                  </p:cNvPr>
                  <p:cNvSpPr/>
                  <p:nvPr/>
                </p:nvSpPr>
                <p:spPr>
                  <a:xfrm>
                    <a:off x="628650" y="4973355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椭圆 36">
                    <a:extLst>
                      <a:ext uri="{FF2B5EF4-FFF2-40B4-BE49-F238E27FC236}">
                        <a16:creationId xmlns:a16="http://schemas.microsoft.com/office/drawing/2014/main" id="{7477716A-D7B5-4C2B-8AFC-4DAD6D3A308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4973355"/>
                    <a:ext cx="270595" cy="270595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椭圆 37">
                    <a:extLst>
                      <a:ext uri="{FF2B5EF4-FFF2-40B4-BE49-F238E27FC236}">
                        <a16:creationId xmlns:a16="http://schemas.microsoft.com/office/drawing/2014/main" id="{ABC44CBA-6EA4-4A35-9BCB-3EFE26831EFD}"/>
                      </a:ext>
                    </a:extLst>
                  </p:cNvPr>
                  <p:cNvSpPr/>
                  <p:nvPr/>
                </p:nvSpPr>
                <p:spPr>
                  <a:xfrm>
                    <a:off x="1571270" y="4973355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椭圆 37">
                    <a:extLst>
                      <a:ext uri="{FF2B5EF4-FFF2-40B4-BE49-F238E27FC236}">
                        <a16:creationId xmlns:a16="http://schemas.microsoft.com/office/drawing/2014/main" id="{ABC44CBA-6EA4-4A35-9BCB-3EFE26831E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1270" y="4973355"/>
                    <a:ext cx="270595" cy="270595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椭圆 38">
                    <a:extLst>
                      <a:ext uri="{FF2B5EF4-FFF2-40B4-BE49-F238E27FC236}">
                        <a16:creationId xmlns:a16="http://schemas.microsoft.com/office/drawing/2014/main" id="{CD4857ED-DF7B-467E-B94A-B1E778A1D2BC}"/>
                      </a:ext>
                    </a:extLst>
                  </p:cNvPr>
                  <p:cNvSpPr/>
                  <p:nvPr/>
                </p:nvSpPr>
                <p:spPr>
                  <a:xfrm>
                    <a:off x="3106949" y="4971535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椭圆 38">
                    <a:extLst>
                      <a:ext uri="{FF2B5EF4-FFF2-40B4-BE49-F238E27FC236}">
                        <a16:creationId xmlns:a16="http://schemas.microsoft.com/office/drawing/2014/main" id="{CD4857ED-DF7B-467E-B94A-B1E778A1D2B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6949" y="4971535"/>
                    <a:ext cx="270595" cy="270595"/>
                  </a:xfrm>
                  <a:prstGeom prst="ellipse">
                    <a:avLst/>
                  </a:prstGeom>
                  <a:blipFill>
                    <a:blip r:embed="rId18"/>
                    <a:stretch>
                      <a:fillRect l="-12766" r="-14894"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EC52CB2-4E9F-4DE1-8F1E-61862DE47EF5}"/>
                  </a:ext>
                </a:extLst>
              </p:cNvPr>
              <p:cNvCxnSpPr>
                <a:cxnSpLocks/>
                <a:stCxn id="27" idx="5"/>
                <a:endCxn id="30" idx="1"/>
              </p:cNvCxnSpPr>
              <p:nvPr/>
            </p:nvCxnSpPr>
            <p:spPr>
              <a:xfrm>
                <a:off x="2122873" y="4358868"/>
                <a:ext cx="583821" cy="2044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BE198840-9661-4008-B195-E508FEAF3503}"/>
                  </a:ext>
                </a:extLst>
              </p:cNvPr>
              <p:cNvCxnSpPr>
                <a:cxnSpLocks/>
                <a:stCxn id="36" idx="5"/>
                <a:endCxn id="38" idx="0"/>
              </p:cNvCxnSpPr>
              <p:nvPr/>
            </p:nvCxnSpPr>
            <p:spPr>
              <a:xfrm>
                <a:off x="1347713" y="4755979"/>
                <a:ext cx="358855" cy="2173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EB858A22-96C5-49AD-AC59-311E4412BF92}"/>
                  </a:ext>
                </a:extLst>
              </p:cNvPr>
              <p:cNvCxnSpPr>
                <a:cxnSpLocks/>
                <a:stCxn id="37" idx="0"/>
                <a:endCxn id="36" idx="3"/>
              </p:cNvCxnSpPr>
              <p:nvPr/>
            </p:nvCxnSpPr>
            <p:spPr>
              <a:xfrm flipV="1">
                <a:off x="763948" y="4755979"/>
                <a:ext cx="392426" cy="2173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4B1BB33-A855-44AE-BA48-1575C72ED804}"/>
                  </a:ext>
                </a:extLst>
              </p:cNvPr>
              <p:cNvCxnSpPr>
                <a:cxnSpLocks/>
                <a:stCxn id="30" idx="5"/>
                <a:endCxn id="39" idx="0"/>
              </p:cNvCxnSpPr>
              <p:nvPr/>
            </p:nvCxnSpPr>
            <p:spPr>
              <a:xfrm>
                <a:off x="2898033" y="4754678"/>
                <a:ext cx="344214" cy="2168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椭圆 44">
                    <a:extLst>
                      <a:ext uri="{FF2B5EF4-FFF2-40B4-BE49-F238E27FC236}">
                        <a16:creationId xmlns:a16="http://schemas.microsoft.com/office/drawing/2014/main" id="{42B51B32-EC9A-402B-B84E-5619AEEBE697}"/>
                      </a:ext>
                    </a:extLst>
                  </p:cNvPr>
                  <p:cNvSpPr/>
                  <p:nvPr/>
                </p:nvSpPr>
                <p:spPr>
                  <a:xfrm>
                    <a:off x="1252043" y="5382071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椭圆 44">
                    <a:extLst>
                      <a:ext uri="{FF2B5EF4-FFF2-40B4-BE49-F238E27FC236}">
                        <a16:creationId xmlns:a16="http://schemas.microsoft.com/office/drawing/2014/main" id="{42B51B32-EC9A-402B-B84E-5619AEEBE6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2043" y="5382071"/>
                    <a:ext cx="270595" cy="270595"/>
                  </a:xfrm>
                  <a:prstGeom prst="ellipse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椭圆 46">
                    <a:extLst>
                      <a:ext uri="{FF2B5EF4-FFF2-40B4-BE49-F238E27FC236}">
                        <a16:creationId xmlns:a16="http://schemas.microsoft.com/office/drawing/2014/main" id="{698BBDF0-7614-43E2-9145-E8FC27E92141}"/>
                      </a:ext>
                    </a:extLst>
                  </p:cNvPr>
                  <p:cNvSpPr/>
                  <p:nvPr/>
                </p:nvSpPr>
                <p:spPr>
                  <a:xfrm>
                    <a:off x="1891905" y="5382070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椭圆 46">
                    <a:extLst>
                      <a:ext uri="{FF2B5EF4-FFF2-40B4-BE49-F238E27FC236}">
                        <a16:creationId xmlns:a16="http://schemas.microsoft.com/office/drawing/2014/main" id="{698BBDF0-7614-43E2-9145-E8FC27E921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1905" y="5382070"/>
                    <a:ext cx="270595" cy="270595"/>
                  </a:xfrm>
                  <a:prstGeom prst="ellipse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0F1AF84E-F355-4128-A7FF-8BEA4B821F79}"/>
                  </a:ext>
                </a:extLst>
              </p:cNvPr>
              <p:cNvCxnSpPr>
                <a:cxnSpLocks/>
                <a:stCxn id="45" idx="0"/>
                <a:endCxn id="38" idx="3"/>
              </p:cNvCxnSpPr>
              <p:nvPr/>
            </p:nvCxnSpPr>
            <p:spPr>
              <a:xfrm flipV="1">
                <a:off x="1387341" y="5204322"/>
                <a:ext cx="223557" cy="177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D5694ABA-1353-4FAE-B3D1-C7FE12C50A96}"/>
                  </a:ext>
                </a:extLst>
              </p:cNvPr>
              <p:cNvCxnSpPr>
                <a:cxnSpLocks/>
                <a:stCxn id="47" idx="0"/>
                <a:endCxn id="38" idx="5"/>
              </p:cNvCxnSpPr>
              <p:nvPr/>
            </p:nvCxnSpPr>
            <p:spPr>
              <a:xfrm flipH="1" flipV="1">
                <a:off x="1802237" y="5204322"/>
                <a:ext cx="224966" cy="1777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9B9A549C-7FE9-48D7-9C6A-0475C9CDF092}"/>
                      </a:ext>
                    </a:extLst>
                  </p:cNvPr>
                  <p:cNvSpPr/>
                  <p:nvPr/>
                </p:nvSpPr>
                <p:spPr>
                  <a:xfrm>
                    <a:off x="981448" y="5805749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9B9A549C-7FE9-48D7-9C6A-0475C9CDF0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1448" y="5805749"/>
                    <a:ext cx="270595" cy="270595"/>
                  </a:xfrm>
                  <a:prstGeom prst="ellipse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B51729F2-D03B-4723-A319-C8E7D0F44E67}"/>
                  </a:ext>
                </a:extLst>
              </p:cNvPr>
              <p:cNvCxnSpPr>
                <a:cxnSpLocks/>
                <a:stCxn id="55" idx="0"/>
                <a:endCxn id="45" idx="3"/>
              </p:cNvCxnSpPr>
              <p:nvPr/>
            </p:nvCxnSpPr>
            <p:spPr>
              <a:xfrm flipV="1">
                <a:off x="1116746" y="5613038"/>
                <a:ext cx="174925" cy="1927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5184F816-E798-4DE3-B7F9-45FD186F78DB}"/>
                    </a:ext>
                  </a:extLst>
                </p:cNvPr>
                <p:cNvSpPr txBox="1"/>
                <p:nvPr/>
              </p:nvSpPr>
              <p:spPr>
                <a:xfrm>
                  <a:off x="889215" y="6453806"/>
                  <a:ext cx="18550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5184F816-E798-4DE3-B7F9-45FD186F7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15" y="6453806"/>
                  <a:ext cx="185500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20000"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D728059-B620-4ED8-AC41-6440C11C9C2E}"/>
              </a:ext>
            </a:extLst>
          </p:cNvPr>
          <p:cNvGrpSpPr/>
          <p:nvPr/>
        </p:nvGrpSpPr>
        <p:grpSpPr>
          <a:xfrm>
            <a:off x="6027396" y="4815026"/>
            <a:ext cx="3019489" cy="1953867"/>
            <a:chOff x="6027396" y="4815026"/>
            <a:chExt cx="3019489" cy="1953867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3C826E2D-5671-432E-8957-B52D32D70842}"/>
                </a:ext>
              </a:extLst>
            </p:cNvPr>
            <p:cNvGrpSpPr/>
            <p:nvPr/>
          </p:nvGrpSpPr>
          <p:grpSpPr>
            <a:xfrm>
              <a:off x="6027396" y="4815026"/>
              <a:ext cx="3019489" cy="1953867"/>
              <a:chOff x="358055" y="4127901"/>
              <a:chExt cx="3019489" cy="19538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C7C66FC6-3361-4321-B9B4-FDE5EE6B46B2}"/>
                      </a:ext>
                    </a:extLst>
                  </p:cNvPr>
                  <p:cNvSpPr/>
                  <p:nvPr/>
                </p:nvSpPr>
                <p:spPr>
                  <a:xfrm>
                    <a:off x="1891906" y="4127901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C7C66FC6-3361-4321-B9B4-FDE5EE6B46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1906" y="4127901"/>
                    <a:ext cx="270595" cy="270595"/>
                  </a:xfrm>
                  <a:prstGeom prst="ellipse">
                    <a:avLst/>
                  </a:prstGeom>
                  <a:blipFill>
                    <a:blip r:embed="rId23"/>
                    <a:stretch>
                      <a:fillRect l="-12766" r="-1276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A5455733-C7D3-438B-821F-9090CADC05C4}"/>
                  </a:ext>
                </a:extLst>
              </p:cNvPr>
              <p:cNvCxnSpPr>
                <a:cxnSpLocks/>
                <a:stCxn id="69" idx="7"/>
                <a:endCxn id="66" idx="3"/>
              </p:cNvCxnSpPr>
              <p:nvPr/>
            </p:nvCxnSpPr>
            <p:spPr>
              <a:xfrm flipV="1">
                <a:off x="1347713" y="4358868"/>
                <a:ext cx="583821" cy="2057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椭圆 67">
                    <a:extLst>
                      <a:ext uri="{FF2B5EF4-FFF2-40B4-BE49-F238E27FC236}">
                        <a16:creationId xmlns:a16="http://schemas.microsoft.com/office/drawing/2014/main" id="{76E57F35-9198-405C-81CE-828AB499CAC9}"/>
                      </a:ext>
                    </a:extLst>
                  </p:cNvPr>
                  <p:cNvSpPr/>
                  <p:nvPr/>
                </p:nvSpPr>
                <p:spPr>
                  <a:xfrm>
                    <a:off x="2667066" y="4523711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椭圆 67">
                    <a:extLst>
                      <a:ext uri="{FF2B5EF4-FFF2-40B4-BE49-F238E27FC236}">
                        <a16:creationId xmlns:a16="http://schemas.microsoft.com/office/drawing/2014/main" id="{76E57F35-9198-405C-81CE-828AB499CA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66" y="4523711"/>
                    <a:ext cx="270595" cy="270595"/>
                  </a:xfrm>
                  <a:prstGeom prst="ellipse">
                    <a:avLst/>
                  </a:prstGeom>
                  <a:blipFill>
                    <a:blip r:embed="rId24"/>
                    <a:stretch>
                      <a:fillRect l="-13043" r="-1521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椭圆 68">
                    <a:extLst>
                      <a:ext uri="{FF2B5EF4-FFF2-40B4-BE49-F238E27FC236}">
                        <a16:creationId xmlns:a16="http://schemas.microsoft.com/office/drawing/2014/main" id="{5257FF08-AD52-41A8-9A06-BA2B203D6455}"/>
                      </a:ext>
                    </a:extLst>
                  </p:cNvPr>
                  <p:cNvSpPr/>
                  <p:nvPr/>
                </p:nvSpPr>
                <p:spPr>
                  <a:xfrm>
                    <a:off x="1116746" y="4525012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椭圆 68">
                    <a:extLst>
                      <a:ext uri="{FF2B5EF4-FFF2-40B4-BE49-F238E27FC236}">
                        <a16:creationId xmlns:a16="http://schemas.microsoft.com/office/drawing/2014/main" id="{5257FF08-AD52-41A8-9A06-BA2B203D645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746" y="4525012"/>
                    <a:ext cx="270595" cy="270595"/>
                  </a:xfrm>
                  <a:prstGeom prst="ellipse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椭圆 69">
                    <a:extLst>
                      <a:ext uri="{FF2B5EF4-FFF2-40B4-BE49-F238E27FC236}">
                        <a16:creationId xmlns:a16="http://schemas.microsoft.com/office/drawing/2014/main" id="{C1690C2A-B190-441D-B530-083ECB6D6214}"/>
                      </a:ext>
                    </a:extLst>
                  </p:cNvPr>
                  <p:cNvSpPr/>
                  <p:nvPr/>
                </p:nvSpPr>
                <p:spPr>
                  <a:xfrm>
                    <a:off x="1571270" y="4973355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椭圆 69">
                    <a:extLst>
                      <a:ext uri="{FF2B5EF4-FFF2-40B4-BE49-F238E27FC236}">
                        <a16:creationId xmlns:a16="http://schemas.microsoft.com/office/drawing/2014/main" id="{C1690C2A-B190-441D-B530-083ECB6D62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1270" y="4973355"/>
                    <a:ext cx="270595" cy="270595"/>
                  </a:xfrm>
                  <a:prstGeom prst="ellipse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椭圆 70">
                    <a:extLst>
                      <a:ext uri="{FF2B5EF4-FFF2-40B4-BE49-F238E27FC236}">
                        <a16:creationId xmlns:a16="http://schemas.microsoft.com/office/drawing/2014/main" id="{3D21834E-E4EC-4D54-AAC4-2CDF632B6DE6}"/>
                      </a:ext>
                    </a:extLst>
                  </p:cNvPr>
                  <p:cNvSpPr/>
                  <p:nvPr/>
                </p:nvSpPr>
                <p:spPr>
                  <a:xfrm>
                    <a:off x="3106949" y="4971535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椭圆 70">
                    <a:extLst>
                      <a:ext uri="{FF2B5EF4-FFF2-40B4-BE49-F238E27FC236}">
                        <a16:creationId xmlns:a16="http://schemas.microsoft.com/office/drawing/2014/main" id="{3D21834E-E4EC-4D54-AAC4-2CDF632B6D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6949" y="4971535"/>
                    <a:ext cx="270595" cy="270595"/>
                  </a:xfrm>
                  <a:prstGeom prst="ellipse">
                    <a:avLst/>
                  </a:prstGeom>
                  <a:blipFill>
                    <a:blip r:embed="rId27"/>
                    <a:stretch>
                      <a:fillRect l="-15217" r="-15217"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DC61C81B-3265-43D7-83A7-0235BF03A723}"/>
                  </a:ext>
                </a:extLst>
              </p:cNvPr>
              <p:cNvCxnSpPr>
                <a:cxnSpLocks/>
                <a:stCxn id="66" idx="5"/>
                <a:endCxn id="68" idx="1"/>
              </p:cNvCxnSpPr>
              <p:nvPr/>
            </p:nvCxnSpPr>
            <p:spPr>
              <a:xfrm>
                <a:off x="2122873" y="4358868"/>
                <a:ext cx="583821" cy="2044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79BE565E-0AA3-4604-9799-855C2CF7F461}"/>
                  </a:ext>
                </a:extLst>
              </p:cNvPr>
              <p:cNvCxnSpPr>
                <a:cxnSpLocks/>
                <a:stCxn id="69" idx="5"/>
                <a:endCxn id="70" idx="0"/>
              </p:cNvCxnSpPr>
              <p:nvPr/>
            </p:nvCxnSpPr>
            <p:spPr>
              <a:xfrm>
                <a:off x="1347713" y="4755979"/>
                <a:ext cx="358855" cy="2173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9BC54031-E9BD-4396-BEB4-AFED34C8FE34}"/>
                  </a:ext>
                </a:extLst>
              </p:cNvPr>
              <p:cNvCxnSpPr>
                <a:cxnSpLocks/>
                <a:stCxn id="82" idx="0"/>
                <a:endCxn id="69" idx="3"/>
              </p:cNvCxnSpPr>
              <p:nvPr/>
            </p:nvCxnSpPr>
            <p:spPr>
              <a:xfrm flipV="1">
                <a:off x="771603" y="4755979"/>
                <a:ext cx="384771" cy="21555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725C6714-FFBB-4985-A64D-5220F0CFCD91}"/>
                  </a:ext>
                </a:extLst>
              </p:cNvPr>
              <p:cNvCxnSpPr>
                <a:cxnSpLocks/>
                <a:stCxn id="68" idx="5"/>
                <a:endCxn id="71" idx="0"/>
              </p:cNvCxnSpPr>
              <p:nvPr/>
            </p:nvCxnSpPr>
            <p:spPr>
              <a:xfrm>
                <a:off x="2898033" y="4754678"/>
                <a:ext cx="344214" cy="2168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椭圆 75">
                    <a:extLst>
                      <a:ext uri="{FF2B5EF4-FFF2-40B4-BE49-F238E27FC236}">
                        <a16:creationId xmlns:a16="http://schemas.microsoft.com/office/drawing/2014/main" id="{E4F8C2F0-23FA-4A67-B16C-52C095D4E5B7}"/>
                      </a:ext>
                    </a:extLst>
                  </p:cNvPr>
                  <p:cNvSpPr/>
                  <p:nvPr/>
                </p:nvSpPr>
                <p:spPr>
                  <a:xfrm>
                    <a:off x="906900" y="5388058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椭圆 75">
                    <a:extLst>
                      <a:ext uri="{FF2B5EF4-FFF2-40B4-BE49-F238E27FC236}">
                        <a16:creationId xmlns:a16="http://schemas.microsoft.com/office/drawing/2014/main" id="{E4F8C2F0-23FA-4A67-B16C-52C095D4E5B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6900" y="5388058"/>
                    <a:ext cx="270595" cy="270595"/>
                  </a:xfrm>
                  <a:prstGeom prst="ellipse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83B2511B-A8F2-4953-84A0-7A032298CD4A}"/>
                  </a:ext>
                </a:extLst>
              </p:cNvPr>
              <p:cNvCxnSpPr>
                <a:cxnSpLocks/>
                <a:stCxn id="76" idx="0"/>
                <a:endCxn id="82" idx="5"/>
              </p:cNvCxnSpPr>
              <p:nvPr/>
            </p:nvCxnSpPr>
            <p:spPr>
              <a:xfrm flipH="1" flipV="1">
                <a:off x="867272" y="5202502"/>
                <a:ext cx="174926" cy="18555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椭圆 77">
                    <a:extLst>
                      <a:ext uri="{FF2B5EF4-FFF2-40B4-BE49-F238E27FC236}">
                        <a16:creationId xmlns:a16="http://schemas.microsoft.com/office/drawing/2014/main" id="{ACC2D1BA-75A7-47E8-A1BC-9F9E660F3E30}"/>
                      </a:ext>
                    </a:extLst>
                  </p:cNvPr>
                  <p:cNvSpPr/>
                  <p:nvPr/>
                </p:nvSpPr>
                <p:spPr>
                  <a:xfrm>
                    <a:off x="650736" y="5811173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8" name="椭圆 77">
                    <a:extLst>
                      <a:ext uri="{FF2B5EF4-FFF2-40B4-BE49-F238E27FC236}">
                        <a16:creationId xmlns:a16="http://schemas.microsoft.com/office/drawing/2014/main" id="{ACC2D1BA-75A7-47E8-A1BC-9F9E660F3E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0736" y="5811173"/>
                    <a:ext cx="270595" cy="270595"/>
                  </a:xfrm>
                  <a:prstGeom prst="ellipse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C04DD468-B5F3-4342-8657-B4B0FCECBE91}"/>
                  </a:ext>
                </a:extLst>
              </p:cNvPr>
              <p:cNvCxnSpPr>
                <a:cxnSpLocks/>
                <a:stCxn id="78" idx="0"/>
                <a:endCxn id="76" idx="3"/>
              </p:cNvCxnSpPr>
              <p:nvPr/>
            </p:nvCxnSpPr>
            <p:spPr>
              <a:xfrm flipV="1">
                <a:off x="786034" y="5619025"/>
                <a:ext cx="160494" cy="1921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椭圆 79">
                    <a:extLst>
                      <a:ext uri="{FF2B5EF4-FFF2-40B4-BE49-F238E27FC236}">
                        <a16:creationId xmlns:a16="http://schemas.microsoft.com/office/drawing/2014/main" id="{C18DAFB2-B375-4C67-9891-38243BC6C515}"/>
                      </a:ext>
                    </a:extLst>
                  </p:cNvPr>
                  <p:cNvSpPr/>
                  <p:nvPr/>
                </p:nvSpPr>
                <p:spPr>
                  <a:xfrm>
                    <a:off x="358055" y="5388059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椭圆 79">
                    <a:extLst>
                      <a:ext uri="{FF2B5EF4-FFF2-40B4-BE49-F238E27FC236}">
                        <a16:creationId xmlns:a16="http://schemas.microsoft.com/office/drawing/2014/main" id="{C18DAFB2-B375-4C67-9891-38243BC6C51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055" y="5388059"/>
                    <a:ext cx="270595" cy="270595"/>
                  </a:xfrm>
                  <a:prstGeom prst="ellipse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B973FF38-483B-47BB-A1B3-8DDC6F6FFA99}"/>
                  </a:ext>
                </a:extLst>
              </p:cNvPr>
              <p:cNvCxnSpPr>
                <a:cxnSpLocks/>
                <a:stCxn id="80" idx="0"/>
                <a:endCxn id="82" idx="3"/>
              </p:cNvCxnSpPr>
              <p:nvPr/>
            </p:nvCxnSpPr>
            <p:spPr>
              <a:xfrm flipV="1">
                <a:off x="493353" y="5202502"/>
                <a:ext cx="182580" cy="1855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椭圆 81">
                    <a:extLst>
                      <a:ext uri="{FF2B5EF4-FFF2-40B4-BE49-F238E27FC236}">
                        <a16:creationId xmlns:a16="http://schemas.microsoft.com/office/drawing/2014/main" id="{74989C56-1C9D-45AC-B72A-AF29DAD7A412}"/>
                      </a:ext>
                    </a:extLst>
                  </p:cNvPr>
                  <p:cNvSpPr/>
                  <p:nvPr/>
                </p:nvSpPr>
                <p:spPr>
                  <a:xfrm>
                    <a:off x="636305" y="4971535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2" name="椭圆 81">
                    <a:extLst>
                      <a:ext uri="{FF2B5EF4-FFF2-40B4-BE49-F238E27FC236}">
                        <a16:creationId xmlns:a16="http://schemas.microsoft.com/office/drawing/2014/main" id="{74989C56-1C9D-45AC-B72A-AF29DAD7A4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6305" y="4971535"/>
                    <a:ext cx="270595" cy="270595"/>
                  </a:xfrm>
                  <a:prstGeom prst="ellipse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A7A9727-3470-464D-AF17-6D15C31F9AF3}"/>
                    </a:ext>
                  </a:extLst>
                </p:cNvPr>
                <p:cNvSpPr txBox="1"/>
                <p:nvPr/>
              </p:nvSpPr>
              <p:spPr>
                <a:xfrm>
                  <a:off x="6584709" y="5613794"/>
                  <a:ext cx="18550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A7A9727-3470-464D-AF17-6D15C31F9A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4709" y="5613794"/>
                  <a:ext cx="185500" cy="307777"/>
                </a:xfrm>
                <a:prstGeom prst="rect">
                  <a:avLst/>
                </a:prstGeom>
                <a:blipFill>
                  <a:blip r:embed="rId32"/>
                  <a:stretch>
                    <a:fillRect l="-16129" r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B313AF6-982F-4910-A824-42736382A8DC}"/>
              </a:ext>
            </a:extLst>
          </p:cNvPr>
          <p:cNvGrpSpPr/>
          <p:nvPr/>
        </p:nvGrpSpPr>
        <p:grpSpPr>
          <a:xfrm>
            <a:off x="3164413" y="4815026"/>
            <a:ext cx="2748894" cy="1948443"/>
            <a:chOff x="3164413" y="4815026"/>
            <a:chExt cx="2748894" cy="1948443"/>
          </a:xfrm>
        </p:grpSpPr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56D45180-97E1-4FC3-AB9E-125A1AB03EDE}"/>
                </a:ext>
              </a:extLst>
            </p:cNvPr>
            <p:cNvGrpSpPr/>
            <p:nvPr/>
          </p:nvGrpSpPr>
          <p:grpSpPr>
            <a:xfrm>
              <a:off x="3164413" y="4815026"/>
              <a:ext cx="2748894" cy="1948443"/>
              <a:chOff x="628650" y="4127901"/>
              <a:chExt cx="2748894" cy="1948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椭圆 122">
                    <a:extLst>
                      <a:ext uri="{FF2B5EF4-FFF2-40B4-BE49-F238E27FC236}">
                        <a16:creationId xmlns:a16="http://schemas.microsoft.com/office/drawing/2014/main" id="{0B457378-F114-4B43-B120-5B18E30F1F8A}"/>
                      </a:ext>
                    </a:extLst>
                  </p:cNvPr>
                  <p:cNvSpPr/>
                  <p:nvPr/>
                </p:nvSpPr>
                <p:spPr>
                  <a:xfrm>
                    <a:off x="1891906" y="4127901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3" name="椭圆 122">
                    <a:extLst>
                      <a:ext uri="{FF2B5EF4-FFF2-40B4-BE49-F238E27FC236}">
                        <a16:creationId xmlns:a16="http://schemas.microsoft.com/office/drawing/2014/main" id="{0B457378-F114-4B43-B120-5B18E30F1F8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1906" y="4127901"/>
                    <a:ext cx="270595" cy="270595"/>
                  </a:xfrm>
                  <a:prstGeom prst="ellipse">
                    <a:avLst/>
                  </a:prstGeom>
                  <a:blipFill>
                    <a:blip r:embed="rId33"/>
                    <a:stretch>
                      <a:fillRect l="-12766" r="-1276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A435A712-3E19-40AB-A88E-3A6325C48425}"/>
                  </a:ext>
                </a:extLst>
              </p:cNvPr>
              <p:cNvCxnSpPr>
                <a:cxnSpLocks/>
                <a:stCxn id="126" idx="7"/>
                <a:endCxn id="123" idx="3"/>
              </p:cNvCxnSpPr>
              <p:nvPr/>
            </p:nvCxnSpPr>
            <p:spPr>
              <a:xfrm flipV="1">
                <a:off x="1347713" y="4358868"/>
                <a:ext cx="583821" cy="2057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E1DD8F47-E05C-4094-B7E7-5FE6C5741221}"/>
                      </a:ext>
                    </a:extLst>
                  </p:cNvPr>
                  <p:cNvSpPr/>
                  <p:nvPr/>
                </p:nvSpPr>
                <p:spPr>
                  <a:xfrm>
                    <a:off x="2667066" y="4523711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E1DD8F47-E05C-4094-B7E7-5FE6C57412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66" y="4523711"/>
                    <a:ext cx="270595" cy="270595"/>
                  </a:xfrm>
                  <a:prstGeom prst="ellipse">
                    <a:avLst/>
                  </a:prstGeom>
                  <a:blipFill>
                    <a:blip r:embed="rId34"/>
                    <a:stretch>
                      <a:fillRect l="-12766" r="-1276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椭圆 125">
                    <a:extLst>
                      <a:ext uri="{FF2B5EF4-FFF2-40B4-BE49-F238E27FC236}">
                        <a16:creationId xmlns:a16="http://schemas.microsoft.com/office/drawing/2014/main" id="{B26FC30B-6562-41F6-8890-2CAB31EE9153}"/>
                      </a:ext>
                    </a:extLst>
                  </p:cNvPr>
                  <p:cNvSpPr/>
                  <p:nvPr/>
                </p:nvSpPr>
                <p:spPr>
                  <a:xfrm>
                    <a:off x="1116746" y="4525012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6" name="椭圆 125">
                    <a:extLst>
                      <a:ext uri="{FF2B5EF4-FFF2-40B4-BE49-F238E27FC236}">
                        <a16:creationId xmlns:a16="http://schemas.microsoft.com/office/drawing/2014/main" id="{B26FC30B-6562-41F6-8890-2CAB31EE915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746" y="4525012"/>
                    <a:ext cx="270595" cy="270595"/>
                  </a:xfrm>
                  <a:prstGeom prst="ellipse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椭圆 126">
                    <a:extLst>
                      <a:ext uri="{FF2B5EF4-FFF2-40B4-BE49-F238E27FC236}">
                        <a16:creationId xmlns:a16="http://schemas.microsoft.com/office/drawing/2014/main" id="{FFD9A326-C340-4477-A1D7-2DC1F70AFDCC}"/>
                      </a:ext>
                    </a:extLst>
                  </p:cNvPr>
                  <p:cNvSpPr/>
                  <p:nvPr/>
                </p:nvSpPr>
                <p:spPr>
                  <a:xfrm>
                    <a:off x="628650" y="4973355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椭圆 126">
                    <a:extLst>
                      <a:ext uri="{FF2B5EF4-FFF2-40B4-BE49-F238E27FC236}">
                        <a16:creationId xmlns:a16="http://schemas.microsoft.com/office/drawing/2014/main" id="{FFD9A326-C340-4477-A1D7-2DC1F70AFDC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4973355"/>
                    <a:ext cx="270595" cy="270595"/>
                  </a:xfrm>
                  <a:prstGeom prst="ellipse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椭圆 127">
                    <a:extLst>
                      <a:ext uri="{FF2B5EF4-FFF2-40B4-BE49-F238E27FC236}">
                        <a16:creationId xmlns:a16="http://schemas.microsoft.com/office/drawing/2014/main" id="{391FE255-1078-4260-B465-F898DB59B88B}"/>
                      </a:ext>
                    </a:extLst>
                  </p:cNvPr>
                  <p:cNvSpPr/>
                  <p:nvPr/>
                </p:nvSpPr>
                <p:spPr>
                  <a:xfrm>
                    <a:off x="1571270" y="4973355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8" name="椭圆 127">
                    <a:extLst>
                      <a:ext uri="{FF2B5EF4-FFF2-40B4-BE49-F238E27FC236}">
                        <a16:creationId xmlns:a16="http://schemas.microsoft.com/office/drawing/2014/main" id="{391FE255-1078-4260-B465-F898DB59B8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1270" y="4973355"/>
                    <a:ext cx="270595" cy="270595"/>
                  </a:xfrm>
                  <a:prstGeom prst="ellipse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椭圆 128">
                    <a:extLst>
                      <a:ext uri="{FF2B5EF4-FFF2-40B4-BE49-F238E27FC236}">
                        <a16:creationId xmlns:a16="http://schemas.microsoft.com/office/drawing/2014/main" id="{573B609C-405D-4D9A-A3DD-C1F8DC12D02B}"/>
                      </a:ext>
                    </a:extLst>
                  </p:cNvPr>
                  <p:cNvSpPr/>
                  <p:nvPr/>
                </p:nvSpPr>
                <p:spPr>
                  <a:xfrm>
                    <a:off x="3106949" y="4971535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9" name="椭圆 128">
                    <a:extLst>
                      <a:ext uri="{FF2B5EF4-FFF2-40B4-BE49-F238E27FC236}">
                        <a16:creationId xmlns:a16="http://schemas.microsoft.com/office/drawing/2014/main" id="{573B609C-405D-4D9A-A3DD-C1F8DC12D0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6949" y="4971535"/>
                    <a:ext cx="270595" cy="270595"/>
                  </a:xfrm>
                  <a:prstGeom prst="ellipse">
                    <a:avLst/>
                  </a:prstGeom>
                  <a:blipFill>
                    <a:blip r:embed="rId38"/>
                    <a:stretch>
                      <a:fillRect l="-15217" r="-15217"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0" name="直接连接符 129">
                <a:extLst>
                  <a:ext uri="{FF2B5EF4-FFF2-40B4-BE49-F238E27FC236}">
                    <a16:creationId xmlns:a16="http://schemas.microsoft.com/office/drawing/2014/main" id="{9256D6E7-6F54-46F9-BC66-9DF57CC4B115}"/>
                  </a:ext>
                </a:extLst>
              </p:cNvPr>
              <p:cNvCxnSpPr>
                <a:cxnSpLocks/>
                <a:stCxn id="123" idx="5"/>
                <a:endCxn id="125" idx="1"/>
              </p:cNvCxnSpPr>
              <p:nvPr/>
            </p:nvCxnSpPr>
            <p:spPr>
              <a:xfrm>
                <a:off x="2122873" y="4358868"/>
                <a:ext cx="583821" cy="2044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4C806BF5-E949-48BA-982F-FE5CC59A65B7}"/>
                  </a:ext>
                </a:extLst>
              </p:cNvPr>
              <p:cNvCxnSpPr>
                <a:cxnSpLocks/>
                <a:stCxn id="126" idx="5"/>
                <a:endCxn id="128" idx="0"/>
              </p:cNvCxnSpPr>
              <p:nvPr/>
            </p:nvCxnSpPr>
            <p:spPr>
              <a:xfrm>
                <a:off x="1347713" y="4755979"/>
                <a:ext cx="358855" cy="2173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F72C89E8-9EBE-4FB2-A7E6-9BF1052DBB5B}"/>
                  </a:ext>
                </a:extLst>
              </p:cNvPr>
              <p:cNvCxnSpPr>
                <a:cxnSpLocks/>
                <a:stCxn id="127" idx="0"/>
                <a:endCxn id="126" idx="3"/>
              </p:cNvCxnSpPr>
              <p:nvPr/>
            </p:nvCxnSpPr>
            <p:spPr>
              <a:xfrm flipV="1">
                <a:off x="763948" y="4755979"/>
                <a:ext cx="392426" cy="2173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042FB643-EA6D-4F55-9C53-5C6218423E69}"/>
                  </a:ext>
                </a:extLst>
              </p:cNvPr>
              <p:cNvCxnSpPr>
                <a:cxnSpLocks/>
                <a:stCxn id="125" idx="5"/>
                <a:endCxn id="129" idx="0"/>
              </p:cNvCxnSpPr>
              <p:nvPr/>
            </p:nvCxnSpPr>
            <p:spPr>
              <a:xfrm>
                <a:off x="2898033" y="4754678"/>
                <a:ext cx="344214" cy="2168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椭圆 133">
                    <a:extLst>
                      <a:ext uri="{FF2B5EF4-FFF2-40B4-BE49-F238E27FC236}">
                        <a16:creationId xmlns:a16="http://schemas.microsoft.com/office/drawing/2014/main" id="{DB8CA6CB-DD24-4524-9E8C-3397237B3817}"/>
                      </a:ext>
                    </a:extLst>
                  </p:cNvPr>
                  <p:cNvSpPr/>
                  <p:nvPr/>
                </p:nvSpPr>
                <p:spPr>
                  <a:xfrm>
                    <a:off x="1252043" y="5382071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4" name="椭圆 133">
                    <a:extLst>
                      <a:ext uri="{FF2B5EF4-FFF2-40B4-BE49-F238E27FC236}">
                        <a16:creationId xmlns:a16="http://schemas.microsoft.com/office/drawing/2014/main" id="{DB8CA6CB-DD24-4524-9E8C-3397237B38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2043" y="5382071"/>
                    <a:ext cx="270595" cy="270595"/>
                  </a:xfrm>
                  <a:prstGeom prst="ellipse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椭圆 134">
                    <a:extLst>
                      <a:ext uri="{FF2B5EF4-FFF2-40B4-BE49-F238E27FC236}">
                        <a16:creationId xmlns:a16="http://schemas.microsoft.com/office/drawing/2014/main" id="{9C6F4088-19CB-464E-A472-8F4A33681F2E}"/>
                      </a:ext>
                    </a:extLst>
                  </p:cNvPr>
                  <p:cNvSpPr/>
                  <p:nvPr/>
                </p:nvSpPr>
                <p:spPr>
                  <a:xfrm>
                    <a:off x="1891905" y="5382070"/>
                    <a:ext cx="270595" cy="27059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椭圆 134">
                    <a:extLst>
                      <a:ext uri="{FF2B5EF4-FFF2-40B4-BE49-F238E27FC236}">
                        <a16:creationId xmlns:a16="http://schemas.microsoft.com/office/drawing/2014/main" id="{9C6F4088-19CB-464E-A472-8F4A33681F2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1905" y="5382070"/>
                    <a:ext cx="270595" cy="270595"/>
                  </a:xfrm>
                  <a:prstGeom prst="ellipse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E8018B6C-6069-4FB1-A785-72F5DA6A0ABC}"/>
                  </a:ext>
                </a:extLst>
              </p:cNvPr>
              <p:cNvCxnSpPr>
                <a:cxnSpLocks/>
                <a:stCxn id="134" idx="0"/>
                <a:endCxn id="128" idx="3"/>
              </p:cNvCxnSpPr>
              <p:nvPr/>
            </p:nvCxnSpPr>
            <p:spPr>
              <a:xfrm flipV="1">
                <a:off x="1387341" y="5204322"/>
                <a:ext cx="223557" cy="1777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5CC34D86-210F-4BFF-8A75-6CE5EBDC86B3}"/>
                  </a:ext>
                </a:extLst>
              </p:cNvPr>
              <p:cNvCxnSpPr>
                <a:cxnSpLocks/>
                <a:stCxn id="135" idx="0"/>
                <a:endCxn id="128" idx="5"/>
              </p:cNvCxnSpPr>
              <p:nvPr/>
            </p:nvCxnSpPr>
            <p:spPr>
              <a:xfrm flipH="1" flipV="1">
                <a:off x="1802237" y="5204322"/>
                <a:ext cx="224966" cy="1777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椭圆 137">
                    <a:extLst>
                      <a:ext uri="{FF2B5EF4-FFF2-40B4-BE49-F238E27FC236}">
                        <a16:creationId xmlns:a16="http://schemas.microsoft.com/office/drawing/2014/main" id="{15E6F7B0-360D-4EB6-872E-30BFC0B0F96E}"/>
                      </a:ext>
                    </a:extLst>
                  </p:cNvPr>
                  <p:cNvSpPr/>
                  <p:nvPr/>
                </p:nvSpPr>
                <p:spPr>
                  <a:xfrm>
                    <a:off x="981448" y="5805749"/>
                    <a:ext cx="270595" cy="27059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54000"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8" name="椭圆 137">
                    <a:extLst>
                      <a:ext uri="{FF2B5EF4-FFF2-40B4-BE49-F238E27FC236}">
                        <a16:creationId xmlns:a16="http://schemas.microsoft.com/office/drawing/2014/main" id="{15E6F7B0-360D-4EB6-872E-30BFC0B0F96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1448" y="5805749"/>
                    <a:ext cx="270595" cy="270595"/>
                  </a:xfrm>
                  <a:prstGeom prst="ellipse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  <a:ln>
                    <a:solidFill>
                      <a:srgbClr val="C0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25982DAC-40A4-4A14-8B27-F2D879D0D773}"/>
                  </a:ext>
                </a:extLst>
              </p:cNvPr>
              <p:cNvCxnSpPr>
                <a:cxnSpLocks/>
                <a:stCxn id="138" idx="0"/>
                <a:endCxn id="134" idx="3"/>
              </p:cNvCxnSpPr>
              <p:nvPr/>
            </p:nvCxnSpPr>
            <p:spPr>
              <a:xfrm flipV="1">
                <a:off x="1116746" y="5613038"/>
                <a:ext cx="174925" cy="1927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9EE2BCAB-EC9C-44C1-AC21-4103EE1E2540}"/>
                    </a:ext>
                  </a:extLst>
                </p:cNvPr>
                <p:cNvSpPr txBox="1"/>
                <p:nvPr/>
              </p:nvSpPr>
              <p:spPr>
                <a:xfrm>
                  <a:off x="4377791" y="5628006"/>
                  <a:ext cx="18550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9EE2BCAB-EC9C-44C1-AC21-4103EE1E2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7791" y="5628006"/>
                  <a:ext cx="185500" cy="307777"/>
                </a:xfrm>
                <a:prstGeom prst="rect">
                  <a:avLst/>
                </a:prstGeom>
                <a:blipFill>
                  <a:blip r:embed="rId42"/>
                  <a:stretch>
                    <a:fillRect l="-16129" r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1" name="箭头: 右 140">
            <a:extLst>
              <a:ext uri="{FF2B5EF4-FFF2-40B4-BE49-F238E27FC236}">
                <a16:creationId xmlns:a16="http://schemas.microsoft.com/office/drawing/2014/main" id="{3667AFB5-6426-4814-9E5D-65852A94CD32}"/>
              </a:ext>
            </a:extLst>
          </p:cNvPr>
          <p:cNvSpPr/>
          <p:nvPr/>
        </p:nvSpPr>
        <p:spPr>
          <a:xfrm>
            <a:off x="2714683" y="4996026"/>
            <a:ext cx="741360" cy="40871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箭头: 右 141">
            <a:extLst>
              <a:ext uri="{FF2B5EF4-FFF2-40B4-BE49-F238E27FC236}">
                <a16:creationId xmlns:a16="http://schemas.microsoft.com/office/drawing/2014/main" id="{A37BA9BC-8C24-45D5-B43C-576F8FFE4529}"/>
              </a:ext>
            </a:extLst>
          </p:cNvPr>
          <p:cNvSpPr/>
          <p:nvPr/>
        </p:nvSpPr>
        <p:spPr>
          <a:xfrm>
            <a:off x="5858803" y="4993231"/>
            <a:ext cx="741360" cy="40871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CEC60C9F-42CB-46E7-AF33-62655141E15C}"/>
              </a:ext>
            </a:extLst>
          </p:cNvPr>
          <p:cNvSpPr/>
          <p:nvPr/>
        </p:nvSpPr>
        <p:spPr>
          <a:xfrm rot="16200000">
            <a:off x="8087705" y="3995318"/>
            <a:ext cx="1303553" cy="40871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9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142" grpId="0" animBg="1"/>
      <p:bldP spid="14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Insert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into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69E86A38-633F-405F-BE8D-89E1CB46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as red and insert as if the RB-tree were a BST.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Step 2:</a:t>
                </a:r>
                <a:r>
                  <a:rPr lang="en-US" sz="2000" dirty="0"/>
                  <a:t> Fix any violated properties.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/>
                  <a:t>No-Fix-Needed: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has a black parent.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/>
                  <a:t>Case 0: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becomes the root.</a:t>
                </a:r>
                <a:br>
                  <a:rPr lang="en-US" sz="1800" dirty="0"/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/>
                  <a:t> recolor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to be black.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/>
                  <a:t>Case 1: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parent is red, has red uncle.</a:t>
                </a:r>
                <a:br>
                  <a:rPr lang="en-US" sz="1800" dirty="0"/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/>
                  <a:t> recoloring to push-up “no-red-edge” violation (maintain “black-height”).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Case 2: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’s parent is red, has black uncle.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is right child of its parent.</a:t>
                </a:r>
                <a:br>
                  <a:rPr lang="en-US" sz="1800" dirty="0">
                    <a:solidFill>
                      <a:schemeClr val="tx1"/>
                    </a:solidFill>
                  </a:rPr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dirty="0"/>
                  <a:t>left-rotate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parent to transform to Case 3 (maintain “black-height”).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Case 3:</a:t>
                </a:r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parent is red, has black uncle.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 is left child of its parent.</a:t>
                </a:r>
                <a:br>
                  <a:rPr lang="en-US" sz="1800" dirty="0"/>
                </a:b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Fix:</a:t>
                </a:r>
                <a:r>
                  <a:rPr lang="en-US" sz="1800" dirty="0"/>
                  <a:t> right-rotate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/>
                  <a:t>’s grandparent and recolor nodes, all properties satisfied.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Time Complexity </a:t>
                </a:r>
                <a:r>
                  <a:rPr lang="en-US" sz="2400" dirty="0"/>
                  <a:t>of 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 operation?</a:t>
                </a:r>
              </a:p>
              <a:p>
                <a:pPr lvl="1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time. </a:t>
                </a:r>
                <a: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  <a:t>(Case 1 appears at most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  <a:t> times.)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rotations. </a:t>
                </a:r>
                <a: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:r>
                  <a:rPr lang="en-US" sz="1800" b="1" dirty="0">
                    <a:solidFill>
                      <a:schemeClr val="accent1">
                        <a:lumMod val="75000"/>
                      </a:schemeClr>
                    </a:solidFill>
                  </a:rPr>
                  <a:t>Insert</a:t>
                </a:r>
                <a: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  <a:t> has limited impact on tree shape.)</a:t>
                </a:r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7AF828-FED8-4E2F-98FF-816024274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6"/>
              </a:xfrm>
              <a:blipFill>
                <a:blip r:embed="rId3"/>
                <a:stretch>
                  <a:fillRect l="-931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78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Remove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’s right child is an external node,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is the node to be deleted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structurally</a:t>
                </a:r>
                <a:r>
                  <a:rPr lang="en-US" sz="2400" dirty="0"/>
                  <a:t>: subtree rooted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sz="2400" dirty="0"/>
                  <a:t> will replace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’s right child is an internal node, then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be the min node in subtree rooted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400" dirty="0"/>
                  <a:t>. Overwrite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’s info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’s info,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the node to be deleted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structurally</a:t>
                </a:r>
                <a:r>
                  <a:rPr lang="en-US" sz="2400" dirty="0"/>
                  <a:t>: subtree rooted 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400" dirty="0"/>
                  <a:t> will replace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Either way, only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one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structural deletion needed!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Apply the structural deletion, </a:t>
                </a:r>
                <a:br>
                  <a:rPr lang="en-US" sz="2400" dirty="0"/>
                </a:br>
                <a:r>
                  <a:rPr lang="en-US" sz="2400" dirty="0"/>
                  <a:t>and </a:t>
                </a:r>
                <a:r>
                  <a:rPr lang="en-US" sz="2400" u="sng" dirty="0">
                    <a:solidFill>
                      <a:srgbClr val="C00000"/>
                    </a:solidFill>
                  </a:rPr>
                  <a:t>repair violated properties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3"/>
                <a:stretch>
                  <a:fillRect l="-1005" t="-1777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52216BE1-639F-4224-B6D7-8B85C2903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291" y="4762465"/>
            <a:ext cx="3590059" cy="173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1586DF8B-B37B-4545-A31E-17C9FF1E7E7D}"/>
              </a:ext>
            </a:extLst>
          </p:cNvPr>
          <p:cNvSpPr/>
          <p:nvPr/>
        </p:nvSpPr>
        <p:spPr>
          <a:xfrm>
            <a:off x="5342658" y="5832184"/>
            <a:ext cx="457201" cy="457201"/>
          </a:xfrm>
          <a:prstGeom prst="ellipse">
            <a:avLst/>
          </a:prstGeom>
          <a:solidFill>
            <a:schemeClr val="accent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D35B483-8CA7-4EAE-AD77-4D21DFD067FA}"/>
                  </a:ext>
                </a:extLst>
              </p:cNvPr>
              <p:cNvSpPr txBox="1"/>
              <p:nvPr/>
            </p:nvSpPr>
            <p:spPr>
              <a:xfrm>
                <a:off x="5173573" y="6012386"/>
                <a:ext cx="169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D35B483-8CA7-4EAE-AD77-4D21DFD06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573" y="6012386"/>
                <a:ext cx="169085" cy="276999"/>
              </a:xfrm>
              <a:prstGeom prst="rect">
                <a:avLst/>
              </a:prstGeom>
              <a:blipFill>
                <a:blip r:embed="rId5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C936978E-62FA-427E-9BAD-A9A65738A663}"/>
              </a:ext>
            </a:extLst>
          </p:cNvPr>
          <p:cNvSpPr/>
          <p:nvPr/>
        </p:nvSpPr>
        <p:spPr>
          <a:xfrm>
            <a:off x="6333113" y="4710110"/>
            <a:ext cx="457201" cy="457201"/>
          </a:xfrm>
          <a:prstGeom prst="ellipse">
            <a:avLst/>
          </a:prstGeom>
          <a:solidFill>
            <a:schemeClr val="accent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65D513-3732-4924-8E07-31A7DC77EA76}"/>
                  </a:ext>
                </a:extLst>
              </p:cNvPr>
              <p:cNvSpPr txBox="1"/>
              <p:nvPr/>
            </p:nvSpPr>
            <p:spPr>
              <a:xfrm>
                <a:off x="6795392" y="4800210"/>
                <a:ext cx="169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65D513-3732-4924-8E07-31A7DC77E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92" y="4800210"/>
                <a:ext cx="169085" cy="276999"/>
              </a:xfrm>
              <a:prstGeom prst="rect">
                <a:avLst/>
              </a:prstGeom>
              <a:blipFill>
                <a:blip r:embed="rId6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07C9389-C9F9-4842-9A55-ECFFBDA39A67}"/>
                  </a:ext>
                </a:extLst>
              </p:cNvPr>
              <p:cNvSpPr txBox="1"/>
              <p:nvPr/>
            </p:nvSpPr>
            <p:spPr>
              <a:xfrm>
                <a:off x="7158614" y="5519943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07C9389-C9F9-4842-9A55-ECFFBDA3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14" y="5519943"/>
                <a:ext cx="186718" cy="276999"/>
              </a:xfrm>
              <a:prstGeom prst="rect">
                <a:avLst/>
              </a:prstGeom>
              <a:blipFill>
                <a:blip r:embed="rId7"/>
                <a:stretch>
                  <a:fillRect l="-32258" r="-2580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DF37773-81BF-4E76-AD8F-FE2AE3B61961}"/>
                  </a:ext>
                </a:extLst>
              </p:cNvPr>
              <p:cNvSpPr txBox="1"/>
              <p:nvPr/>
            </p:nvSpPr>
            <p:spPr>
              <a:xfrm>
                <a:off x="196588" y="5442999"/>
                <a:ext cx="4520020" cy="707886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Call the node to be deleted structurally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and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be the node that will replace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DF37773-81BF-4E76-AD8F-FE2AE3B61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88" y="5442999"/>
                <a:ext cx="452002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512174-9655-4B8C-A779-EEE9D585D5BE}"/>
                  </a:ext>
                </a:extLst>
              </p:cNvPr>
              <p:cNvSpPr txBox="1"/>
              <p:nvPr/>
            </p:nvSpPr>
            <p:spPr>
              <a:xfrm>
                <a:off x="4739220" y="6028647"/>
                <a:ext cx="4239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512174-9655-4B8C-A779-EEE9D585D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220" y="6028647"/>
                <a:ext cx="423962" cy="276999"/>
              </a:xfrm>
              <a:prstGeom prst="rect">
                <a:avLst/>
              </a:prstGeom>
              <a:blipFill>
                <a:blip r:embed="rId9"/>
                <a:stretch>
                  <a:fillRect l="-12857" r="-571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D8ABBF7-745D-4208-8CD3-F3EAFF50A573}"/>
                  </a:ext>
                </a:extLst>
              </p:cNvPr>
              <p:cNvSpPr txBox="1"/>
              <p:nvPr/>
            </p:nvSpPr>
            <p:spPr>
              <a:xfrm>
                <a:off x="5258115" y="6436295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D8ABBF7-745D-4208-8CD3-F3EAFF50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15" y="6436295"/>
                <a:ext cx="183320" cy="276999"/>
              </a:xfrm>
              <a:prstGeom prst="rect">
                <a:avLst/>
              </a:prstGeom>
              <a:blipFill>
                <a:blip r:embed="rId10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C4D8BE-1756-44F2-A404-D5ABA0B6A49F}"/>
                  </a:ext>
                </a:extLst>
              </p:cNvPr>
              <p:cNvSpPr txBox="1"/>
              <p:nvPr/>
            </p:nvSpPr>
            <p:spPr>
              <a:xfrm>
                <a:off x="7068653" y="6029805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C4D8BE-1756-44F2-A404-D5ABA0B6A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653" y="6029805"/>
                <a:ext cx="183320" cy="276999"/>
              </a:xfrm>
              <a:prstGeom prst="rect">
                <a:avLst/>
              </a:prstGeom>
              <a:blipFill>
                <a:blip r:embed="rId11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76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Remove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1:</a:t>
                </a:r>
                <a:r>
                  <a:rPr lang="en-US" sz="2400" dirty="0"/>
                  <a:t> Identify the structural deletion.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2:</a:t>
                </a:r>
                <a:r>
                  <a:rPr lang="en-US" sz="2400" dirty="0"/>
                  <a:t> Apply the structural deletion.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  <a:endParaRPr lang="en-US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3:</a:t>
                </a:r>
                <a:r>
                  <a:rPr lang="en-US" sz="2400" dirty="0"/>
                  <a:t> Repair violated RB-tree properties.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  <a:endParaRPr lang="en-US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is a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red</a:t>
                </a:r>
                <a:r>
                  <a:rPr lang="en-US" sz="2000" dirty="0"/>
                  <a:t> node: no violations.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is a </a:t>
                </a:r>
                <a:r>
                  <a:rPr lang="en-US" sz="2000" b="1" dirty="0"/>
                  <a:t>black</a:t>
                </a:r>
                <a:r>
                  <a:rPr lang="en-US" sz="2000" dirty="0"/>
                  <a:t> node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a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red</a:t>
                </a:r>
                <a:r>
                  <a:rPr lang="en-US" sz="2000" dirty="0"/>
                  <a:t> node: recolor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to black and done.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is a </a:t>
                </a:r>
                <a:r>
                  <a:rPr lang="en-US" sz="2000" b="1" dirty="0"/>
                  <a:t>black</a:t>
                </a:r>
                <a:r>
                  <a:rPr lang="en-US" sz="2000" dirty="0"/>
                  <a:t> node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a </a:t>
                </a:r>
                <a:r>
                  <a:rPr lang="en-US" sz="2000" b="1" dirty="0"/>
                  <a:t>black</a:t>
                </a:r>
                <a:r>
                  <a:rPr lang="en-US" sz="2000" dirty="0"/>
                  <a:t> node: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’s contribution to black-heights removed. (Violate black-height.)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  <a:blipFill>
                <a:blip r:embed="rId3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52216BE1-639F-4224-B6D7-8B85C2903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291" y="4762465"/>
            <a:ext cx="3590059" cy="173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1586DF8B-B37B-4545-A31E-17C9FF1E7E7D}"/>
              </a:ext>
            </a:extLst>
          </p:cNvPr>
          <p:cNvSpPr/>
          <p:nvPr/>
        </p:nvSpPr>
        <p:spPr>
          <a:xfrm>
            <a:off x="5342658" y="5832184"/>
            <a:ext cx="457201" cy="457201"/>
          </a:xfrm>
          <a:prstGeom prst="ellipse">
            <a:avLst/>
          </a:prstGeom>
          <a:solidFill>
            <a:schemeClr val="accent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D35B483-8CA7-4EAE-AD77-4D21DFD067FA}"/>
                  </a:ext>
                </a:extLst>
              </p:cNvPr>
              <p:cNvSpPr txBox="1"/>
              <p:nvPr/>
            </p:nvSpPr>
            <p:spPr>
              <a:xfrm>
                <a:off x="5173573" y="6012386"/>
                <a:ext cx="169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D35B483-8CA7-4EAE-AD77-4D21DFD06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573" y="6012386"/>
                <a:ext cx="169085" cy="276999"/>
              </a:xfrm>
              <a:prstGeom prst="rect">
                <a:avLst/>
              </a:prstGeom>
              <a:blipFill>
                <a:blip r:embed="rId5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C936978E-62FA-427E-9BAD-A9A65738A663}"/>
              </a:ext>
            </a:extLst>
          </p:cNvPr>
          <p:cNvSpPr/>
          <p:nvPr/>
        </p:nvSpPr>
        <p:spPr>
          <a:xfrm>
            <a:off x="6333113" y="4710110"/>
            <a:ext cx="457201" cy="457201"/>
          </a:xfrm>
          <a:prstGeom prst="ellipse">
            <a:avLst/>
          </a:prstGeom>
          <a:solidFill>
            <a:schemeClr val="accent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65D513-3732-4924-8E07-31A7DC77EA76}"/>
                  </a:ext>
                </a:extLst>
              </p:cNvPr>
              <p:cNvSpPr txBox="1"/>
              <p:nvPr/>
            </p:nvSpPr>
            <p:spPr>
              <a:xfrm>
                <a:off x="6795392" y="4800210"/>
                <a:ext cx="169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65D513-3732-4924-8E07-31A7DC77E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92" y="4800210"/>
                <a:ext cx="169085" cy="276999"/>
              </a:xfrm>
              <a:prstGeom prst="rect">
                <a:avLst/>
              </a:prstGeom>
              <a:blipFill>
                <a:blip r:embed="rId6"/>
                <a:stretch>
                  <a:fillRect l="-22222" r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07C9389-C9F9-4842-9A55-ECFFBDA39A67}"/>
                  </a:ext>
                </a:extLst>
              </p:cNvPr>
              <p:cNvSpPr txBox="1"/>
              <p:nvPr/>
            </p:nvSpPr>
            <p:spPr>
              <a:xfrm>
                <a:off x="7158614" y="5519943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07C9389-C9F9-4842-9A55-ECFFBDA3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614" y="5519943"/>
                <a:ext cx="186718" cy="276999"/>
              </a:xfrm>
              <a:prstGeom prst="rect">
                <a:avLst/>
              </a:prstGeom>
              <a:blipFill>
                <a:blip r:embed="rId7"/>
                <a:stretch>
                  <a:fillRect l="-32258" r="-2580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512174-9655-4B8C-A779-EEE9D585D5BE}"/>
                  </a:ext>
                </a:extLst>
              </p:cNvPr>
              <p:cNvSpPr txBox="1"/>
              <p:nvPr/>
            </p:nvSpPr>
            <p:spPr>
              <a:xfrm>
                <a:off x="4739220" y="6028647"/>
                <a:ext cx="4239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C512174-9655-4B8C-A779-EEE9D585D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220" y="6028647"/>
                <a:ext cx="423962" cy="276999"/>
              </a:xfrm>
              <a:prstGeom prst="rect">
                <a:avLst/>
              </a:prstGeom>
              <a:blipFill>
                <a:blip r:embed="rId8"/>
                <a:stretch>
                  <a:fillRect l="-12857" r="-571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D8ABBF7-745D-4208-8CD3-F3EAFF50A573}"/>
                  </a:ext>
                </a:extLst>
              </p:cNvPr>
              <p:cNvSpPr txBox="1"/>
              <p:nvPr/>
            </p:nvSpPr>
            <p:spPr>
              <a:xfrm>
                <a:off x="5258115" y="6436295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D8ABBF7-745D-4208-8CD3-F3EAFF50A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15" y="6436295"/>
                <a:ext cx="183320" cy="276999"/>
              </a:xfrm>
              <a:prstGeom prst="rect">
                <a:avLst/>
              </a:prstGeom>
              <a:blipFill>
                <a:blip r:embed="rId9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C4D8BE-1756-44F2-A404-D5ABA0B6A49F}"/>
                  </a:ext>
                </a:extLst>
              </p:cNvPr>
              <p:cNvSpPr txBox="1"/>
              <p:nvPr/>
            </p:nvSpPr>
            <p:spPr>
              <a:xfrm>
                <a:off x="7068653" y="6029805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C4D8BE-1756-44F2-A404-D5ABA0B6A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653" y="6029805"/>
                <a:ext cx="183320" cy="276999"/>
              </a:xfrm>
              <a:prstGeom prst="rect">
                <a:avLst/>
              </a:prstGeom>
              <a:blipFill>
                <a:blip r:embed="rId10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71FF8C84-1F4A-40C1-90BE-FA7F25C11139}"/>
              </a:ext>
            </a:extLst>
          </p:cNvPr>
          <p:cNvSpPr txBox="1"/>
          <p:nvPr/>
        </p:nvSpPr>
        <p:spPr>
          <a:xfrm>
            <a:off x="628650" y="4738548"/>
            <a:ext cx="27541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>
                <a:solidFill>
                  <a:schemeClr val="accent6">
                    <a:lumMod val="50000"/>
                  </a:schemeClr>
                </a:solidFill>
              </a:rPr>
              <a:t>RB-Tree Properties: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/>
              <a:t>Each node is red or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/>
              <a:t>Root is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/>
              <a:t>Leaves are black.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/>
              <a:t>No-red-edge property.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dirty="0"/>
              <a:t>Black-height property.</a:t>
            </a:r>
          </a:p>
        </p:txBody>
      </p:sp>
    </p:spTree>
    <p:extLst>
      <p:ext uri="{BB962C8B-B14F-4D97-AF65-F5344CB8AC3E}">
        <p14:creationId xmlns:p14="http://schemas.microsoft.com/office/powerpoint/2010/main" val="168711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Remove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276849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1&amp;2:</a:t>
                </a:r>
                <a:r>
                  <a:rPr lang="en-US" sz="2400" dirty="0"/>
                  <a:t> Find &amp; apply structural deletion.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be the structurally removed node,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takes its place.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3:</a:t>
                </a:r>
                <a:r>
                  <a:rPr lang="en-US" sz="2400" dirty="0"/>
                  <a:t> Repair violated RB-tree properties.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Assume </a:t>
                </a:r>
                <a:r>
                  <a:rPr lang="en-US" sz="2000" i="1" u="sng" dirty="0">
                    <a:solidFill>
                      <a:schemeClr val="accent1">
                        <a:lumMod val="50000"/>
                      </a:schemeClr>
                    </a:solidFill>
                  </a:rPr>
                  <a:t>black</a:t>
                </a: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is left child of its parent </a:t>
                </a:r>
                <a:r>
                  <a:rPr lang="en-US" sz="2000" i="1" u="sng" dirty="0">
                    <a:solidFill>
                      <a:schemeClr val="accent1">
                        <a:lumMod val="50000"/>
                      </a:schemeClr>
                    </a:solidFill>
                  </a:rPr>
                  <a:t>after</a:t>
                </a: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taking </a:t>
                </a:r>
                <a:r>
                  <a:rPr lang="en-US" sz="2000" i="1" u="sng" dirty="0">
                    <a:solidFill>
                      <a:schemeClr val="accent1">
                        <a:lumMod val="50000"/>
                      </a:schemeClr>
                    </a:solidFill>
                  </a:rPr>
                  <a:t>black</a:t>
                </a: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’s place.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Focus on fixing black-height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1:</a:t>
                </a: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’s sibling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is red.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Fix:</a:t>
                </a:r>
                <a:r>
                  <a:rPr lang="en-US" sz="2000" dirty="0"/>
                  <a:t> rotate and recolor.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Effect:</a:t>
                </a:r>
                <a:r>
                  <a:rPr lang="en-US" sz="2000" dirty="0"/>
                  <a:t> change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’s sibling’s color to black (i.e., transform to other cases).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2768495"/>
              </a:xfrm>
              <a:blipFill>
                <a:blip r:embed="rId3"/>
                <a:stretch>
                  <a:fillRect l="-931" t="-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组合 89">
            <a:extLst>
              <a:ext uri="{FF2B5EF4-FFF2-40B4-BE49-F238E27FC236}">
                <a16:creationId xmlns:a16="http://schemas.microsoft.com/office/drawing/2014/main" id="{0A56425B-A10C-4171-B4C1-23B22638AA67}"/>
              </a:ext>
            </a:extLst>
          </p:cNvPr>
          <p:cNvGrpSpPr/>
          <p:nvPr/>
        </p:nvGrpSpPr>
        <p:grpSpPr>
          <a:xfrm>
            <a:off x="628650" y="4575521"/>
            <a:ext cx="2914100" cy="1917353"/>
            <a:chOff x="1156024" y="4116492"/>
            <a:chExt cx="2914100" cy="19173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56B68DC-63F7-4F8A-BD35-A9CD34AEC272}"/>
                    </a:ext>
                  </a:extLst>
                </p:cNvPr>
                <p:cNvSpPr/>
                <p:nvPr/>
              </p:nvSpPr>
              <p:spPr>
                <a:xfrm>
                  <a:off x="2406944" y="4116492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56B68DC-63F7-4F8A-BD35-A9CD34AEC2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944" y="4116492"/>
                  <a:ext cx="344214" cy="34421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18BD40C1-3BFD-4E22-BE1B-E51567A9C256}"/>
                    </a:ext>
                  </a:extLst>
                </p:cNvPr>
                <p:cNvSpPr/>
                <p:nvPr/>
              </p:nvSpPr>
              <p:spPr>
                <a:xfrm>
                  <a:off x="3026469" y="4678034"/>
                  <a:ext cx="347042" cy="3470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18BD40C1-3BFD-4E22-BE1B-E51567A9C2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6469" y="4678034"/>
                  <a:ext cx="347042" cy="34704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6311548-F711-4739-AD19-02519C2E1472}"/>
                </a:ext>
              </a:extLst>
            </p:cNvPr>
            <p:cNvCxnSpPr>
              <a:cxnSpLocks/>
              <a:stCxn id="17" idx="5"/>
              <a:endCxn id="23" idx="0"/>
            </p:cNvCxnSpPr>
            <p:nvPr/>
          </p:nvCxnSpPr>
          <p:spPr>
            <a:xfrm>
              <a:off x="2700749" y="4410297"/>
              <a:ext cx="499241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D9ED8C78-D655-4355-AEC9-0B7D886CFA00}"/>
                    </a:ext>
                  </a:extLst>
                </p:cNvPr>
                <p:cNvSpPr/>
                <p:nvPr/>
              </p:nvSpPr>
              <p:spPr>
                <a:xfrm>
                  <a:off x="1787419" y="4678034"/>
                  <a:ext cx="344214" cy="344214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D9ED8C78-D655-4355-AEC9-0B7D886CFA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7419" y="4678034"/>
                  <a:ext cx="344214" cy="34421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E6A0E851-7664-48FB-A79C-FB5C2CFAE3FB}"/>
                    </a:ext>
                  </a:extLst>
                </p:cNvPr>
                <p:cNvSpPr/>
                <p:nvPr/>
              </p:nvSpPr>
              <p:spPr>
                <a:xfrm>
                  <a:off x="2519395" y="5254998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E6A0E851-7664-48FB-A79C-FB5C2CFAE3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9395" y="5254998"/>
                  <a:ext cx="344214" cy="34421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629ACFD1-483C-4B45-AEC6-0F9B32F22DF5}"/>
                    </a:ext>
                  </a:extLst>
                </p:cNvPr>
                <p:cNvSpPr/>
                <p:nvPr/>
              </p:nvSpPr>
              <p:spPr>
                <a:xfrm>
                  <a:off x="3536371" y="5249927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629ACFD1-483C-4B45-AEC6-0F9B32F22D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371" y="5249927"/>
                  <a:ext cx="344214" cy="34421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36464F1-45D7-444D-A65F-5803178BE53A}"/>
                </a:ext>
              </a:extLst>
            </p:cNvPr>
            <p:cNvCxnSpPr>
              <a:cxnSpLocks/>
              <a:stCxn id="17" idx="3"/>
              <a:endCxn id="34" idx="0"/>
            </p:cNvCxnSpPr>
            <p:nvPr/>
          </p:nvCxnSpPr>
          <p:spPr>
            <a:xfrm flipH="1">
              <a:off x="1959526" y="4410297"/>
              <a:ext cx="497827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D212D5FA-00BF-445C-9640-ECF90B6652C6}"/>
                </a:ext>
              </a:extLst>
            </p:cNvPr>
            <p:cNvCxnSpPr>
              <a:cxnSpLocks/>
              <a:stCxn id="23" idx="5"/>
              <a:endCxn id="36" idx="0"/>
            </p:cNvCxnSpPr>
            <p:nvPr/>
          </p:nvCxnSpPr>
          <p:spPr>
            <a:xfrm>
              <a:off x="3322688" y="4974253"/>
              <a:ext cx="385790" cy="2756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69B7E6E-F66C-481D-8A9F-00E403725E8D}"/>
                </a:ext>
              </a:extLst>
            </p:cNvPr>
            <p:cNvCxnSpPr>
              <a:cxnSpLocks/>
              <a:stCxn id="23" idx="3"/>
              <a:endCxn id="35" idx="0"/>
            </p:cNvCxnSpPr>
            <p:nvPr/>
          </p:nvCxnSpPr>
          <p:spPr>
            <a:xfrm flipH="1">
              <a:off x="2691502" y="4974253"/>
              <a:ext cx="385790" cy="280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5116208-95D9-4031-8AB6-BF95D9EBDF7B}"/>
                    </a:ext>
                  </a:extLst>
                </p:cNvPr>
                <p:cNvSpPr txBox="1"/>
                <p:nvPr/>
              </p:nvSpPr>
              <p:spPr>
                <a:xfrm>
                  <a:off x="1568065" y="5112090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5116208-95D9-4031-8AB6-BF95D9EBD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8065" y="5112090"/>
                  <a:ext cx="21935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6667" r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31BB372-5DDA-43D3-B9D7-870043C6E507}"/>
                    </a:ext>
                  </a:extLst>
                </p:cNvPr>
                <p:cNvSpPr txBox="1"/>
                <p:nvPr/>
              </p:nvSpPr>
              <p:spPr>
                <a:xfrm>
                  <a:off x="2135767" y="5112089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31BB372-5DDA-43D3-B9D7-870043C6E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5767" y="5112089"/>
                  <a:ext cx="220958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41667" r="-36111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63AD60FB-1709-43D0-A9EC-6CC47D4FDCD6}"/>
                    </a:ext>
                  </a:extLst>
                </p:cNvPr>
                <p:cNvSpPr txBox="1"/>
                <p:nvPr/>
              </p:nvSpPr>
              <p:spPr>
                <a:xfrm>
                  <a:off x="2297267" y="5726068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63AD60FB-1709-43D0-A9EC-6CC47D4FDC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7267" y="5726068"/>
                  <a:ext cx="199222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27273" r="-27273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966F5F1-F7BF-4E47-90FE-1D74CD2A734A}"/>
                    </a:ext>
                  </a:extLst>
                </p:cNvPr>
                <p:cNvSpPr txBox="1"/>
                <p:nvPr/>
              </p:nvSpPr>
              <p:spPr>
                <a:xfrm>
                  <a:off x="2868184" y="5726068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966F5F1-F7BF-4E47-90FE-1D74CD2A7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184" y="5726068"/>
                  <a:ext cx="205569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29412" r="-26471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9B430CE-9E07-44C9-A2E4-9CA9F9336A4F}"/>
                    </a:ext>
                  </a:extLst>
                </p:cNvPr>
                <p:cNvSpPr txBox="1"/>
                <p:nvPr/>
              </p:nvSpPr>
              <p:spPr>
                <a:xfrm>
                  <a:off x="3317017" y="5726068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9B430CE-9E07-44C9-A2E4-9CA9F9336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7017" y="5726068"/>
                  <a:ext cx="184473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20000"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CFD13C0-AD3B-4B8B-9E1F-7A5169EE4029}"/>
                    </a:ext>
                  </a:extLst>
                </p:cNvPr>
                <p:cNvSpPr txBox="1"/>
                <p:nvPr/>
              </p:nvSpPr>
              <p:spPr>
                <a:xfrm>
                  <a:off x="3880585" y="5726068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CFD13C0-AD3B-4B8B-9E1F-7A5169EE4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585" y="5726068"/>
                  <a:ext cx="18953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8AF281-8FD9-4192-8927-AEA18C16F286}"/>
                </a:ext>
              </a:extLst>
            </p:cNvPr>
            <p:cNvCxnSpPr>
              <a:cxnSpLocks/>
              <a:stCxn id="34" idx="3"/>
              <a:endCxn id="63" idx="0"/>
            </p:cNvCxnSpPr>
            <p:nvPr/>
          </p:nvCxnSpPr>
          <p:spPr>
            <a:xfrm flipH="1">
              <a:off x="1677742" y="4971839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D972BA13-C349-4527-B8A8-364D5337C020}"/>
                </a:ext>
              </a:extLst>
            </p:cNvPr>
            <p:cNvCxnSpPr>
              <a:cxnSpLocks/>
              <a:stCxn id="34" idx="5"/>
              <a:endCxn id="64" idx="0"/>
            </p:cNvCxnSpPr>
            <p:nvPr/>
          </p:nvCxnSpPr>
          <p:spPr>
            <a:xfrm>
              <a:off x="2081224" y="4971839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43A77806-1062-4140-818F-80F354BEB110}"/>
                </a:ext>
              </a:extLst>
            </p:cNvPr>
            <p:cNvCxnSpPr>
              <a:cxnSpLocks/>
              <a:stCxn id="35" idx="3"/>
              <a:endCxn id="65" idx="0"/>
            </p:cNvCxnSpPr>
            <p:nvPr/>
          </p:nvCxnSpPr>
          <p:spPr>
            <a:xfrm flipH="1">
              <a:off x="2396878" y="5548803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99B19827-47B9-4186-B9DA-C7A2000C8757}"/>
                </a:ext>
              </a:extLst>
            </p:cNvPr>
            <p:cNvCxnSpPr>
              <a:cxnSpLocks/>
              <a:stCxn id="35" idx="5"/>
              <a:endCxn id="66" idx="0"/>
            </p:cNvCxnSpPr>
            <p:nvPr/>
          </p:nvCxnSpPr>
          <p:spPr>
            <a:xfrm>
              <a:off x="2813200" y="5548803"/>
              <a:ext cx="157769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359FB213-1645-4E2D-9FB1-4F38190A0C3D}"/>
                </a:ext>
              </a:extLst>
            </p:cNvPr>
            <p:cNvCxnSpPr>
              <a:cxnSpLocks/>
              <a:stCxn id="36" idx="5"/>
              <a:endCxn id="68" idx="0"/>
            </p:cNvCxnSpPr>
            <p:nvPr/>
          </p:nvCxnSpPr>
          <p:spPr>
            <a:xfrm>
              <a:off x="3830176" y="5543732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A0EA652F-93DF-406A-B260-4852E1689379}"/>
                </a:ext>
              </a:extLst>
            </p:cNvPr>
            <p:cNvCxnSpPr>
              <a:cxnSpLocks/>
              <a:stCxn id="36" idx="3"/>
              <a:endCxn id="67" idx="0"/>
            </p:cNvCxnSpPr>
            <p:nvPr/>
          </p:nvCxnSpPr>
          <p:spPr>
            <a:xfrm flipH="1">
              <a:off x="3409254" y="5543732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4BAD11B-9BAA-4C5A-BAB3-CA9A99392B8E}"/>
                    </a:ext>
                  </a:extLst>
                </p:cNvPr>
                <p:cNvSpPr txBox="1"/>
                <p:nvPr/>
              </p:nvSpPr>
              <p:spPr>
                <a:xfrm>
                  <a:off x="1156024" y="4723072"/>
                  <a:ext cx="592855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(BB)</a:t>
                  </a: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4BAD11B-9BAA-4C5A-BAB3-CA9A99392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024" y="4723072"/>
                  <a:ext cx="592855" cy="251607"/>
                </a:xfrm>
                <a:prstGeom prst="rect">
                  <a:avLst/>
                </a:prstGeom>
                <a:blipFill>
                  <a:blip r:embed="rId15"/>
                  <a:stretch>
                    <a:fillRect l="-10309" t="-43902" r="-25773" b="-5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530F9135-643B-46AA-A2B7-5124FFFFBE24}"/>
                    </a:ext>
                  </a:extLst>
                </p:cNvPr>
                <p:cNvSpPr txBox="1"/>
                <p:nvPr/>
              </p:nvSpPr>
              <p:spPr>
                <a:xfrm>
                  <a:off x="3409189" y="4759975"/>
                  <a:ext cx="25436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530F9135-643B-46AA-A2B7-5124FFFFB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9189" y="4759975"/>
                  <a:ext cx="254364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14634"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34D33947-A914-4396-B610-718005861319}"/>
              </a:ext>
            </a:extLst>
          </p:cNvPr>
          <p:cNvGrpSpPr/>
          <p:nvPr/>
        </p:nvGrpSpPr>
        <p:grpSpPr>
          <a:xfrm>
            <a:off x="4843778" y="4541963"/>
            <a:ext cx="3671572" cy="1950911"/>
            <a:chOff x="4915680" y="4316935"/>
            <a:chExt cx="3671572" cy="19509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椭圆 91">
                  <a:extLst>
                    <a:ext uri="{FF2B5EF4-FFF2-40B4-BE49-F238E27FC236}">
                      <a16:creationId xmlns:a16="http://schemas.microsoft.com/office/drawing/2014/main" id="{E9449053-C0F5-4157-9833-E889E47B9DB8}"/>
                    </a:ext>
                  </a:extLst>
                </p:cNvPr>
                <p:cNvSpPr/>
                <p:nvPr/>
              </p:nvSpPr>
              <p:spPr>
                <a:xfrm>
                  <a:off x="6095751" y="4913392"/>
                  <a:ext cx="344214" cy="34421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椭圆 91">
                  <a:extLst>
                    <a:ext uri="{FF2B5EF4-FFF2-40B4-BE49-F238E27FC236}">
                      <a16:creationId xmlns:a16="http://schemas.microsoft.com/office/drawing/2014/main" id="{E9449053-C0F5-4157-9833-E889E47B9D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751" y="4913392"/>
                  <a:ext cx="344214" cy="344214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53C55100-8E80-4DA6-9283-744A202D087E}"/>
                    </a:ext>
                  </a:extLst>
                </p:cNvPr>
                <p:cNvSpPr/>
                <p:nvPr/>
              </p:nvSpPr>
              <p:spPr>
                <a:xfrm>
                  <a:off x="6739358" y="4316935"/>
                  <a:ext cx="347042" cy="347042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53C55100-8E80-4DA6-9283-744A202D08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9358" y="4316935"/>
                  <a:ext cx="347042" cy="347042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1C559260-0EE1-4E3D-A4BA-6C34B97EFED1}"/>
                </a:ext>
              </a:extLst>
            </p:cNvPr>
            <p:cNvCxnSpPr>
              <a:cxnSpLocks/>
              <a:stCxn id="92" idx="0"/>
              <a:endCxn id="93" idx="3"/>
            </p:cNvCxnSpPr>
            <p:nvPr/>
          </p:nvCxnSpPr>
          <p:spPr>
            <a:xfrm flipV="1">
              <a:off x="6267858" y="4613154"/>
              <a:ext cx="522323" cy="3002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25316CCC-3981-443C-8099-DC4E8524F4E1}"/>
                    </a:ext>
                  </a:extLst>
                </p:cNvPr>
                <p:cNvSpPr/>
                <p:nvPr/>
              </p:nvSpPr>
              <p:spPr>
                <a:xfrm>
                  <a:off x="5539540" y="5488999"/>
                  <a:ext cx="344214" cy="344214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25316CCC-3981-443C-8099-DC4E8524F4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9540" y="5488999"/>
                  <a:ext cx="344214" cy="344214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691CE238-93EF-4E16-9439-EA03CEEB4C87}"/>
                    </a:ext>
                  </a:extLst>
                </p:cNvPr>
                <p:cNvSpPr/>
                <p:nvPr/>
              </p:nvSpPr>
              <p:spPr>
                <a:xfrm>
                  <a:off x="6572266" y="5488999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691CE238-93EF-4E16-9439-EA03CEEB4C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266" y="5488999"/>
                  <a:ext cx="344214" cy="344214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2B7B41F7-679D-4655-94D3-7DD12C20A456}"/>
                    </a:ext>
                  </a:extLst>
                </p:cNvPr>
                <p:cNvSpPr/>
                <p:nvPr/>
              </p:nvSpPr>
              <p:spPr>
                <a:xfrm>
                  <a:off x="8053499" y="4910770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2B7B41F7-679D-4655-94D3-7DD12C20A4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3499" y="4910770"/>
                  <a:ext cx="344214" cy="344214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CABFF330-9013-4AD3-871E-116DC844B96B}"/>
                </a:ext>
              </a:extLst>
            </p:cNvPr>
            <p:cNvCxnSpPr>
              <a:cxnSpLocks/>
              <a:stCxn id="92" idx="3"/>
              <a:endCxn id="95" idx="0"/>
            </p:cNvCxnSpPr>
            <p:nvPr/>
          </p:nvCxnSpPr>
          <p:spPr>
            <a:xfrm flipH="1">
              <a:off x="5711647" y="5207197"/>
              <a:ext cx="434513" cy="2818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B40C59BE-C9E3-436C-9032-FB07FD19C17A}"/>
                </a:ext>
              </a:extLst>
            </p:cNvPr>
            <p:cNvCxnSpPr>
              <a:cxnSpLocks/>
              <a:stCxn id="93" idx="5"/>
              <a:endCxn id="97" idx="0"/>
            </p:cNvCxnSpPr>
            <p:nvPr/>
          </p:nvCxnSpPr>
          <p:spPr>
            <a:xfrm>
              <a:off x="7035577" y="4613154"/>
              <a:ext cx="1190029" cy="29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D9843F76-884F-4B1E-8448-FDD06D556F3E}"/>
                </a:ext>
              </a:extLst>
            </p:cNvPr>
            <p:cNvCxnSpPr>
              <a:cxnSpLocks/>
              <a:stCxn id="92" idx="5"/>
              <a:endCxn id="96" idx="0"/>
            </p:cNvCxnSpPr>
            <p:nvPr/>
          </p:nvCxnSpPr>
          <p:spPr>
            <a:xfrm>
              <a:off x="6389556" y="5207197"/>
              <a:ext cx="354817" cy="2818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FD67D97B-FECE-41D6-A446-7A730B5FC9F8}"/>
                    </a:ext>
                  </a:extLst>
                </p:cNvPr>
                <p:cNvSpPr txBox="1"/>
                <p:nvPr/>
              </p:nvSpPr>
              <p:spPr>
                <a:xfrm>
                  <a:off x="5320186" y="5923055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FD67D97B-FECE-41D6-A446-7A730B5FC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0186" y="5923055"/>
                  <a:ext cx="219354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16667" r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918D5C0F-CE24-495F-B603-80CCC3F03BA0}"/>
                    </a:ext>
                  </a:extLst>
                </p:cNvPr>
                <p:cNvSpPr txBox="1"/>
                <p:nvPr/>
              </p:nvSpPr>
              <p:spPr>
                <a:xfrm>
                  <a:off x="5887888" y="5923054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918D5C0F-CE24-495F-B603-80CCC3F03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888" y="5923054"/>
                  <a:ext cx="220958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38889" r="-38889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DA33B730-54E3-4310-89D1-6D95CC2996E3}"/>
                    </a:ext>
                  </a:extLst>
                </p:cNvPr>
                <p:cNvSpPr txBox="1"/>
                <p:nvPr/>
              </p:nvSpPr>
              <p:spPr>
                <a:xfrm>
                  <a:off x="6350138" y="5960069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DA33B730-54E3-4310-89D1-6D95CC299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0138" y="5960069"/>
                  <a:ext cx="199222" cy="307777"/>
                </a:xfrm>
                <a:prstGeom prst="rect">
                  <a:avLst/>
                </a:prstGeom>
                <a:blipFill>
                  <a:blip r:embed="rId24"/>
                  <a:stretch>
                    <a:fillRect l="-30303" r="-24242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8FB694D5-270C-4BF5-8F01-916718D6B373}"/>
                    </a:ext>
                  </a:extLst>
                </p:cNvPr>
                <p:cNvSpPr txBox="1"/>
                <p:nvPr/>
              </p:nvSpPr>
              <p:spPr>
                <a:xfrm>
                  <a:off x="6921055" y="5960069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8FB694D5-270C-4BF5-8F01-916718D6B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1055" y="5960069"/>
                  <a:ext cx="205569" cy="307777"/>
                </a:xfrm>
                <a:prstGeom prst="rect">
                  <a:avLst/>
                </a:prstGeom>
                <a:blipFill>
                  <a:blip r:embed="rId25"/>
                  <a:stretch>
                    <a:fillRect l="-30303" r="-3030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9118F8B-E5EA-4D1C-80FE-2461016814F7}"/>
                    </a:ext>
                  </a:extLst>
                </p:cNvPr>
                <p:cNvSpPr txBox="1"/>
                <p:nvPr/>
              </p:nvSpPr>
              <p:spPr>
                <a:xfrm>
                  <a:off x="7834145" y="5386911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9118F8B-E5EA-4D1C-80FE-246101681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4145" y="5386911"/>
                  <a:ext cx="184473" cy="307777"/>
                </a:xfrm>
                <a:prstGeom prst="rect">
                  <a:avLst/>
                </a:prstGeom>
                <a:blipFill>
                  <a:blip r:embed="rId26"/>
                  <a:stretch>
                    <a:fillRect l="-16129" r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304CEEA-F46F-4DC9-9474-A675FFFA2A7A}"/>
                    </a:ext>
                  </a:extLst>
                </p:cNvPr>
                <p:cNvSpPr txBox="1"/>
                <p:nvPr/>
              </p:nvSpPr>
              <p:spPr>
                <a:xfrm>
                  <a:off x="8397713" y="5386911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304CEEA-F46F-4DC9-9474-A675FFFA2A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7713" y="5386911"/>
                  <a:ext cx="189539" cy="307777"/>
                </a:xfrm>
                <a:prstGeom prst="rect">
                  <a:avLst/>
                </a:prstGeom>
                <a:blipFill>
                  <a:blip r:embed="rId27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C25A05D-CB4E-4387-876C-BFFE1B4B5D02}"/>
                </a:ext>
              </a:extLst>
            </p:cNvPr>
            <p:cNvCxnSpPr>
              <a:cxnSpLocks/>
              <a:stCxn id="95" idx="3"/>
              <a:endCxn id="101" idx="0"/>
            </p:cNvCxnSpPr>
            <p:nvPr/>
          </p:nvCxnSpPr>
          <p:spPr>
            <a:xfrm flipH="1">
              <a:off x="5429863" y="5782804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DFB8AD90-D737-47F1-B986-C0C41ECE51D8}"/>
                </a:ext>
              </a:extLst>
            </p:cNvPr>
            <p:cNvCxnSpPr>
              <a:cxnSpLocks/>
              <a:stCxn id="95" idx="5"/>
              <a:endCxn id="102" idx="0"/>
            </p:cNvCxnSpPr>
            <p:nvPr/>
          </p:nvCxnSpPr>
          <p:spPr>
            <a:xfrm>
              <a:off x="5833345" y="5782804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E5193303-12D9-4D08-92C0-F4C0685D2BD8}"/>
                </a:ext>
              </a:extLst>
            </p:cNvPr>
            <p:cNvCxnSpPr>
              <a:cxnSpLocks/>
              <a:stCxn id="96" idx="3"/>
              <a:endCxn id="103" idx="0"/>
            </p:cNvCxnSpPr>
            <p:nvPr/>
          </p:nvCxnSpPr>
          <p:spPr>
            <a:xfrm flipH="1">
              <a:off x="6449749" y="5782804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E6A3368A-A7CC-4346-AB4F-0DD023F0C4A8}"/>
                </a:ext>
              </a:extLst>
            </p:cNvPr>
            <p:cNvCxnSpPr>
              <a:cxnSpLocks/>
              <a:stCxn id="96" idx="5"/>
              <a:endCxn id="104" idx="0"/>
            </p:cNvCxnSpPr>
            <p:nvPr/>
          </p:nvCxnSpPr>
          <p:spPr>
            <a:xfrm>
              <a:off x="6866071" y="5782804"/>
              <a:ext cx="157769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D7B294D8-C1DB-4A92-86A2-8D97F6ACC55D}"/>
                </a:ext>
              </a:extLst>
            </p:cNvPr>
            <p:cNvCxnSpPr>
              <a:cxnSpLocks/>
              <a:stCxn id="97" idx="5"/>
              <a:endCxn id="106" idx="0"/>
            </p:cNvCxnSpPr>
            <p:nvPr/>
          </p:nvCxnSpPr>
          <p:spPr>
            <a:xfrm>
              <a:off x="8347304" y="5204575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6D3E7426-8BC3-4D49-B05F-FAE88DB0C70E}"/>
                </a:ext>
              </a:extLst>
            </p:cNvPr>
            <p:cNvCxnSpPr>
              <a:cxnSpLocks/>
              <a:stCxn id="97" idx="3"/>
              <a:endCxn id="105" idx="0"/>
            </p:cNvCxnSpPr>
            <p:nvPr/>
          </p:nvCxnSpPr>
          <p:spPr>
            <a:xfrm flipH="1">
              <a:off x="7926382" y="5204575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1437D047-4986-4818-9B0E-E5682F2FA1E7}"/>
                    </a:ext>
                  </a:extLst>
                </p:cNvPr>
                <p:cNvSpPr txBox="1"/>
                <p:nvPr/>
              </p:nvSpPr>
              <p:spPr>
                <a:xfrm>
                  <a:off x="4915680" y="5554465"/>
                  <a:ext cx="592855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(BB)</a:t>
                  </a: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1437D047-4986-4818-9B0E-E5682F2FA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5680" y="5554465"/>
                  <a:ext cx="592855" cy="251607"/>
                </a:xfrm>
                <a:prstGeom prst="rect">
                  <a:avLst/>
                </a:prstGeom>
                <a:blipFill>
                  <a:blip r:embed="rId28"/>
                  <a:stretch>
                    <a:fillRect l="-11340" t="-43902" r="-24742" b="-560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7D3D0D4-9ABB-4663-8A54-5B9D8DB29C27}"/>
                    </a:ext>
                  </a:extLst>
                </p:cNvPr>
                <p:cNvSpPr txBox="1"/>
                <p:nvPr/>
              </p:nvSpPr>
              <p:spPr>
                <a:xfrm>
                  <a:off x="6945880" y="5536051"/>
                  <a:ext cx="698717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2000" b="0" dirty="0"/>
                    <a:t>new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7D3D0D4-9ABB-4663-8A54-5B9D8DB29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5880" y="5536051"/>
                  <a:ext cx="698717" cy="251607"/>
                </a:xfrm>
                <a:prstGeom prst="rect">
                  <a:avLst/>
                </a:prstGeom>
                <a:blipFill>
                  <a:blip r:embed="rId29"/>
                  <a:stretch>
                    <a:fillRect l="-22807" t="-53659" r="-7895" b="-634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6100D52A-4253-44EF-A62E-B560E8489286}"/>
              </a:ext>
            </a:extLst>
          </p:cNvPr>
          <p:cNvGrpSpPr/>
          <p:nvPr/>
        </p:nvGrpSpPr>
        <p:grpSpPr>
          <a:xfrm>
            <a:off x="2881815" y="4454870"/>
            <a:ext cx="3314690" cy="766623"/>
            <a:chOff x="2998972" y="4440929"/>
            <a:chExt cx="3314690" cy="766623"/>
          </a:xfrm>
        </p:grpSpPr>
        <p:sp>
          <p:nvSpPr>
            <p:cNvPr id="135" name="箭头: 右 134">
              <a:extLst>
                <a:ext uri="{FF2B5EF4-FFF2-40B4-BE49-F238E27FC236}">
                  <a16:creationId xmlns:a16="http://schemas.microsoft.com/office/drawing/2014/main" id="{8B92D387-5C24-4FFE-8757-CB08C8EE9A25}"/>
                </a:ext>
              </a:extLst>
            </p:cNvPr>
            <p:cNvSpPr/>
            <p:nvPr/>
          </p:nvSpPr>
          <p:spPr>
            <a:xfrm>
              <a:off x="3708884" y="4798836"/>
              <a:ext cx="1894866" cy="408716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3A40F12D-10C3-429B-B629-92BFB7D9AA4A}"/>
                </a:ext>
              </a:extLst>
            </p:cNvPr>
            <p:cNvSpPr txBox="1"/>
            <p:nvPr/>
          </p:nvSpPr>
          <p:spPr>
            <a:xfrm>
              <a:off x="2998972" y="4440929"/>
              <a:ext cx="3314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50000"/>
                    </a:schemeClr>
                  </a:solidFill>
                </a:rPr>
                <a:t>BST and Black-height maintained.</a:t>
              </a:r>
            </a:p>
          </p:txBody>
        </p:sp>
      </p:grpSp>
      <p:sp>
        <p:nvSpPr>
          <p:cNvPr id="138" name="箭头: 手杖形 137">
            <a:extLst>
              <a:ext uri="{FF2B5EF4-FFF2-40B4-BE49-F238E27FC236}">
                <a16:creationId xmlns:a16="http://schemas.microsoft.com/office/drawing/2014/main" id="{B80626F9-4FFE-4D94-88D4-068FEDBCD1E4}"/>
              </a:ext>
            </a:extLst>
          </p:cNvPr>
          <p:cNvSpPr/>
          <p:nvPr/>
        </p:nvSpPr>
        <p:spPr>
          <a:xfrm flipH="1">
            <a:off x="1833083" y="5017135"/>
            <a:ext cx="399631" cy="34420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28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Remove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276849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1&amp;2:</a:t>
                </a:r>
                <a:r>
                  <a:rPr lang="en-US" sz="2400" dirty="0"/>
                  <a:t> Find &amp; apply structural deletion.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be the structurally removed node,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takes its place.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3:</a:t>
                </a:r>
                <a:r>
                  <a:rPr lang="en-US" sz="2400" dirty="0"/>
                  <a:t> Repair violated RB-tree properties.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is left child of its parent.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Focus on fixing black-height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2:</a:t>
                </a: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’s sibling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is black, and both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’s children are black.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Fix: </a:t>
                </a:r>
                <a:r>
                  <a:rPr lang="en-US" sz="2000" dirty="0"/>
                  <a:t>recolor and push-up extra blackness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Effect: </a:t>
                </a:r>
                <a:r>
                  <a:rPr lang="en-US" sz="2000" dirty="0"/>
                  <a:t>either we are done, or we have push-up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2768495"/>
              </a:xfrm>
              <a:blipFill>
                <a:blip r:embed="rId3"/>
                <a:stretch>
                  <a:fillRect l="-931" t="-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822C8902-DE28-4C06-A3FF-7CCA79095F38}"/>
              </a:ext>
            </a:extLst>
          </p:cNvPr>
          <p:cNvGrpSpPr/>
          <p:nvPr/>
        </p:nvGrpSpPr>
        <p:grpSpPr>
          <a:xfrm>
            <a:off x="628650" y="4568323"/>
            <a:ext cx="2911238" cy="1924551"/>
            <a:chOff x="983063" y="4568323"/>
            <a:chExt cx="2911238" cy="192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42F91CD2-9074-421D-90DF-2C6010CF8BE1}"/>
                    </a:ext>
                  </a:extLst>
                </p:cNvPr>
                <p:cNvSpPr/>
                <p:nvPr/>
              </p:nvSpPr>
              <p:spPr>
                <a:xfrm>
                  <a:off x="2231121" y="4575521"/>
                  <a:ext cx="344214" cy="344214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42F91CD2-9074-421D-90DF-2C6010CF8B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121" y="4575521"/>
                  <a:ext cx="344214" cy="34421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C771D944-F431-4A8E-9285-A150CC7E5872}"/>
                    </a:ext>
                  </a:extLst>
                </p:cNvPr>
                <p:cNvSpPr/>
                <p:nvPr/>
              </p:nvSpPr>
              <p:spPr>
                <a:xfrm>
                  <a:off x="2850646" y="5137063"/>
                  <a:ext cx="347042" cy="347042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C771D944-F431-4A8E-9285-A150CC7E58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646" y="5137063"/>
                  <a:ext cx="347042" cy="34704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0DB7B56-E82A-4D97-8000-73C73C34DDFC}"/>
                </a:ext>
              </a:extLst>
            </p:cNvPr>
            <p:cNvCxnSpPr>
              <a:cxnSpLocks/>
              <a:stCxn id="119" idx="5"/>
              <a:endCxn id="120" idx="0"/>
            </p:cNvCxnSpPr>
            <p:nvPr/>
          </p:nvCxnSpPr>
          <p:spPr>
            <a:xfrm>
              <a:off x="2524926" y="4869326"/>
              <a:ext cx="499241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C94642F1-01BA-479A-9672-3048B59271DF}"/>
                    </a:ext>
                  </a:extLst>
                </p:cNvPr>
                <p:cNvSpPr/>
                <p:nvPr/>
              </p:nvSpPr>
              <p:spPr>
                <a:xfrm>
                  <a:off x="1611596" y="5137063"/>
                  <a:ext cx="344214" cy="344214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C94642F1-01BA-479A-9672-3048B59271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1596" y="5137063"/>
                  <a:ext cx="344214" cy="34421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A13B8DBC-BB99-434E-80EC-4DEE6CE248D5}"/>
                    </a:ext>
                  </a:extLst>
                </p:cNvPr>
                <p:cNvSpPr/>
                <p:nvPr/>
              </p:nvSpPr>
              <p:spPr>
                <a:xfrm>
                  <a:off x="2343572" y="5714027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A13B8DBC-BB99-434E-80EC-4DEE6CE248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572" y="5714027"/>
                  <a:ext cx="344214" cy="34421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83934536-E7DC-4E99-8263-82987D91365F}"/>
                    </a:ext>
                  </a:extLst>
                </p:cNvPr>
                <p:cNvSpPr/>
                <p:nvPr/>
              </p:nvSpPr>
              <p:spPr>
                <a:xfrm>
                  <a:off x="3360548" y="5708956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83934536-E7DC-4E99-8263-82987D9136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0548" y="5708956"/>
                  <a:ext cx="344214" cy="34421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92F167B9-AC89-48AC-8ED4-3C7F77B64929}"/>
                </a:ext>
              </a:extLst>
            </p:cNvPr>
            <p:cNvCxnSpPr>
              <a:cxnSpLocks/>
              <a:stCxn id="119" idx="3"/>
              <a:endCxn id="122" idx="0"/>
            </p:cNvCxnSpPr>
            <p:nvPr/>
          </p:nvCxnSpPr>
          <p:spPr>
            <a:xfrm flipH="1">
              <a:off x="1783703" y="4869326"/>
              <a:ext cx="497827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F5A31527-FFFB-47B2-B369-4816A64AFA06}"/>
                </a:ext>
              </a:extLst>
            </p:cNvPr>
            <p:cNvCxnSpPr>
              <a:cxnSpLocks/>
              <a:stCxn id="120" idx="5"/>
              <a:endCxn id="124" idx="0"/>
            </p:cNvCxnSpPr>
            <p:nvPr/>
          </p:nvCxnSpPr>
          <p:spPr>
            <a:xfrm>
              <a:off x="3146865" y="5433282"/>
              <a:ext cx="385790" cy="2756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BD7FC711-C90B-46B8-8DC6-B45E2B074F3B}"/>
                </a:ext>
              </a:extLst>
            </p:cNvPr>
            <p:cNvCxnSpPr>
              <a:cxnSpLocks/>
              <a:stCxn id="120" idx="3"/>
              <a:endCxn id="123" idx="0"/>
            </p:cNvCxnSpPr>
            <p:nvPr/>
          </p:nvCxnSpPr>
          <p:spPr>
            <a:xfrm flipH="1">
              <a:off x="2515679" y="5433282"/>
              <a:ext cx="385790" cy="280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EE8D60-5739-412F-B110-DC9A0AA7582C}"/>
                    </a:ext>
                  </a:extLst>
                </p:cNvPr>
                <p:cNvSpPr txBox="1"/>
                <p:nvPr/>
              </p:nvSpPr>
              <p:spPr>
                <a:xfrm>
                  <a:off x="1392242" y="5571119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EE8D60-5739-412F-B110-DC9A0AA75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242" y="5571119"/>
                  <a:ext cx="21935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3889" r="-1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A22DD80-284B-46A7-B0FC-0F821F692309}"/>
                    </a:ext>
                  </a:extLst>
                </p:cNvPr>
                <p:cNvSpPr txBox="1"/>
                <p:nvPr/>
              </p:nvSpPr>
              <p:spPr>
                <a:xfrm>
                  <a:off x="1959944" y="5571118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A22DD80-284B-46A7-B0FC-0F821F6923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9944" y="5571118"/>
                  <a:ext cx="220958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7838" r="-351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150A76B-F710-42FC-B32C-97FC15CC080A}"/>
                    </a:ext>
                  </a:extLst>
                </p:cNvPr>
                <p:cNvSpPr txBox="1"/>
                <p:nvPr/>
              </p:nvSpPr>
              <p:spPr>
                <a:xfrm>
                  <a:off x="2121444" y="6185097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150A76B-F710-42FC-B32C-97FC15CC0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444" y="6185097"/>
                  <a:ext cx="199222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30303" r="-24242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B2E9DA9-0BFA-4B89-ACDE-E5E59EC99F84}"/>
                    </a:ext>
                  </a:extLst>
                </p:cNvPr>
                <p:cNvSpPr txBox="1"/>
                <p:nvPr/>
              </p:nvSpPr>
              <p:spPr>
                <a:xfrm>
                  <a:off x="2692361" y="6185097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B2E9DA9-0BFA-4B89-ACDE-E5E59EC99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361" y="6185097"/>
                  <a:ext cx="205569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30303" r="-3030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6B0FDD1-3196-4D69-BE41-6F8010D310AA}"/>
                    </a:ext>
                  </a:extLst>
                </p:cNvPr>
                <p:cNvSpPr txBox="1"/>
                <p:nvPr/>
              </p:nvSpPr>
              <p:spPr>
                <a:xfrm>
                  <a:off x="3141194" y="6185097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6B0FDD1-3196-4D69-BE41-6F8010D31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194" y="6185097"/>
                  <a:ext cx="184473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16667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BCA57A3-7C02-4704-9496-B88B9227CC9C}"/>
                    </a:ext>
                  </a:extLst>
                </p:cNvPr>
                <p:cNvSpPr txBox="1"/>
                <p:nvPr/>
              </p:nvSpPr>
              <p:spPr>
                <a:xfrm>
                  <a:off x="3704762" y="6185097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BCA57A3-7C02-4704-9496-B88B9227C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4762" y="6185097"/>
                  <a:ext cx="18953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A43056B4-AA31-403A-84E3-0D3A59989AA1}"/>
                </a:ext>
              </a:extLst>
            </p:cNvPr>
            <p:cNvCxnSpPr>
              <a:cxnSpLocks/>
              <a:stCxn id="122" idx="3"/>
              <a:endCxn id="128" idx="0"/>
            </p:cNvCxnSpPr>
            <p:nvPr/>
          </p:nvCxnSpPr>
          <p:spPr>
            <a:xfrm flipH="1">
              <a:off x="1501919" y="5430868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40E3E0C8-DBBC-4E46-AB3B-2A7079E0A77F}"/>
                </a:ext>
              </a:extLst>
            </p:cNvPr>
            <p:cNvCxnSpPr>
              <a:cxnSpLocks/>
              <a:stCxn id="122" idx="5"/>
              <a:endCxn id="129" idx="0"/>
            </p:cNvCxnSpPr>
            <p:nvPr/>
          </p:nvCxnSpPr>
          <p:spPr>
            <a:xfrm>
              <a:off x="1905401" y="5430868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7327444-D7A1-4CFD-B67E-6D97108773E4}"/>
                </a:ext>
              </a:extLst>
            </p:cNvPr>
            <p:cNvCxnSpPr>
              <a:cxnSpLocks/>
              <a:stCxn id="123" idx="3"/>
              <a:endCxn id="130" idx="0"/>
            </p:cNvCxnSpPr>
            <p:nvPr/>
          </p:nvCxnSpPr>
          <p:spPr>
            <a:xfrm flipH="1">
              <a:off x="2221055" y="6007832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9A31C6CB-5B00-41BB-A9F3-395027C94075}"/>
                </a:ext>
              </a:extLst>
            </p:cNvPr>
            <p:cNvCxnSpPr>
              <a:cxnSpLocks/>
              <a:stCxn id="123" idx="5"/>
              <a:endCxn id="131" idx="0"/>
            </p:cNvCxnSpPr>
            <p:nvPr/>
          </p:nvCxnSpPr>
          <p:spPr>
            <a:xfrm>
              <a:off x="2637377" y="6007832"/>
              <a:ext cx="157769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745EF1EB-30DB-47F2-A1D2-208DB20F72BE}"/>
                </a:ext>
              </a:extLst>
            </p:cNvPr>
            <p:cNvCxnSpPr>
              <a:cxnSpLocks/>
              <a:stCxn id="124" idx="5"/>
              <a:endCxn id="133" idx="0"/>
            </p:cNvCxnSpPr>
            <p:nvPr/>
          </p:nvCxnSpPr>
          <p:spPr>
            <a:xfrm>
              <a:off x="3654353" y="6002761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049C7444-F1AB-495C-B95F-913B6F3FF8BF}"/>
                </a:ext>
              </a:extLst>
            </p:cNvPr>
            <p:cNvCxnSpPr>
              <a:cxnSpLocks/>
              <a:stCxn id="124" idx="3"/>
              <a:endCxn id="132" idx="0"/>
            </p:cNvCxnSpPr>
            <p:nvPr/>
          </p:nvCxnSpPr>
          <p:spPr>
            <a:xfrm flipH="1">
              <a:off x="3233431" y="6002761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AEA5648-7801-41C6-92B2-769FC45B38B7}"/>
                    </a:ext>
                  </a:extLst>
                </p:cNvPr>
                <p:cNvSpPr txBox="1"/>
                <p:nvPr/>
              </p:nvSpPr>
              <p:spPr>
                <a:xfrm>
                  <a:off x="983063" y="5183366"/>
                  <a:ext cx="592855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(BB)</a:t>
                  </a: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AEA5648-7801-41C6-92B2-769FC45B3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063" y="5183366"/>
                  <a:ext cx="592855" cy="251607"/>
                </a:xfrm>
                <a:prstGeom prst="rect">
                  <a:avLst/>
                </a:prstGeom>
                <a:blipFill>
                  <a:blip r:embed="rId15"/>
                  <a:stretch>
                    <a:fillRect l="-10309" t="-42857" r="-25773" b="-523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0601C93-5410-4EB6-AA7B-FF2BABED1672}"/>
                    </a:ext>
                  </a:extLst>
                </p:cNvPr>
                <p:cNvSpPr txBox="1"/>
                <p:nvPr/>
              </p:nvSpPr>
              <p:spPr>
                <a:xfrm>
                  <a:off x="3233366" y="5219004"/>
                  <a:ext cx="25436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0601C93-5410-4EB6-AA7B-FF2BABED1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366" y="5219004"/>
                  <a:ext cx="254364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11905" r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A93D0C2-80F4-4ABE-843F-47F6BE20C507}"/>
                </a:ext>
              </a:extLst>
            </p:cNvPr>
            <p:cNvSpPr/>
            <p:nvPr/>
          </p:nvSpPr>
          <p:spPr>
            <a:xfrm>
              <a:off x="2524926" y="4568323"/>
              <a:ext cx="8835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(R or B)</a:t>
              </a:r>
              <a:endParaRPr lang="en-US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9278BA7-E728-434F-AE32-9C09F4AE8B46}"/>
              </a:ext>
            </a:extLst>
          </p:cNvPr>
          <p:cNvGrpSpPr/>
          <p:nvPr/>
        </p:nvGrpSpPr>
        <p:grpSpPr>
          <a:xfrm>
            <a:off x="5604112" y="4575521"/>
            <a:ext cx="2883056" cy="1917353"/>
            <a:chOff x="5604112" y="4575521"/>
            <a:chExt cx="2883056" cy="19173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FE0A68B5-E199-4C14-8720-6403E161CB33}"/>
                    </a:ext>
                  </a:extLst>
                </p:cNvPr>
                <p:cNvSpPr/>
                <p:nvPr/>
              </p:nvSpPr>
              <p:spPr>
                <a:xfrm>
                  <a:off x="6442991" y="4575521"/>
                  <a:ext cx="344214" cy="344214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FE0A68B5-E199-4C14-8720-6403E161C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2991" y="4575521"/>
                  <a:ext cx="344214" cy="344214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4137F5D8-9010-4A0B-A36D-80D7B1C93039}"/>
                    </a:ext>
                  </a:extLst>
                </p:cNvPr>
                <p:cNvSpPr/>
                <p:nvPr/>
              </p:nvSpPr>
              <p:spPr>
                <a:xfrm>
                  <a:off x="7062516" y="5137063"/>
                  <a:ext cx="347042" cy="3470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4137F5D8-9010-4A0B-A36D-80D7B1C930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516" y="5137063"/>
                  <a:ext cx="347042" cy="347042"/>
                </a:xfrm>
                <a:prstGeom prst="ellipse">
                  <a:avLst/>
                </a:prstGeom>
                <a:blipFill>
                  <a:blip r:embed="rId18"/>
                  <a:stretch>
                    <a:fillRect l="-1724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2C3A09DC-5E45-46C2-9EE9-635D1783784E}"/>
                </a:ext>
              </a:extLst>
            </p:cNvPr>
            <p:cNvCxnSpPr>
              <a:cxnSpLocks/>
              <a:stCxn id="147" idx="5"/>
              <a:endCxn id="148" idx="0"/>
            </p:cNvCxnSpPr>
            <p:nvPr/>
          </p:nvCxnSpPr>
          <p:spPr>
            <a:xfrm>
              <a:off x="6736796" y="4869326"/>
              <a:ext cx="499241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55A0C1B2-1418-4F16-A280-6D9438674920}"/>
                    </a:ext>
                  </a:extLst>
                </p:cNvPr>
                <p:cNvSpPr/>
                <p:nvPr/>
              </p:nvSpPr>
              <p:spPr>
                <a:xfrm>
                  <a:off x="5823466" y="5137063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55A0C1B2-1418-4F16-A280-6D94386749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3466" y="5137063"/>
                  <a:ext cx="344214" cy="344214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6C250149-BA58-4548-B254-C23088179037}"/>
                    </a:ext>
                  </a:extLst>
                </p:cNvPr>
                <p:cNvSpPr/>
                <p:nvPr/>
              </p:nvSpPr>
              <p:spPr>
                <a:xfrm>
                  <a:off x="6555442" y="5714027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6C250149-BA58-4548-B254-C230881790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5442" y="5714027"/>
                  <a:ext cx="344214" cy="344214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F7A936FE-B631-4F73-9B47-1984E9550330}"/>
                    </a:ext>
                  </a:extLst>
                </p:cNvPr>
                <p:cNvSpPr/>
                <p:nvPr/>
              </p:nvSpPr>
              <p:spPr>
                <a:xfrm>
                  <a:off x="7572418" y="5708956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F7A936FE-B631-4F73-9B47-1984E95503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418" y="5708956"/>
                  <a:ext cx="344214" cy="344214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7D81929A-8DC1-4E50-85E3-98A56469C827}"/>
                </a:ext>
              </a:extLst>
            </p:cNvPr>
            <p:cNvCxnSpPr>
              <a:cxnSpLocks/>
              <a:stCxn id="147" idx="3"/>
              <a:endCxn id="150" idx="0"/>
            </p:cNvCxnSpPr>
            <p:nvPr/>
          </p:nvCxnSpPr>
          <p:spPr>
            <a:xfrm flipH="1">
              <a:off x="5995573" y="4869326"/>
              <a:ext cx="497827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9FF3784E-D964-474C-A7BF-EB101BFADD72}"/>
                </a:ext>
              </a:extLst>
            </p:cNvPr>
            <p:cNvCxnSpPr>
              <a:cxnSpLocks/>
              <a:stCxn id="148" idx="5"/>
              <a:endCxn id="152" idx="0"/>
            </p:cNvCxnSpPr>
            <p:nvPr/>
          </p:nvCxnSpPr>
          <p:spPr>
            <a:xfrm>
              <a:off x="7358735" y="5433282"/>
              <a:ext cx="385790" cy="2756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F6360A0A-C75D-4B99-AD71-7D947D236217}"/>
                </a:ext>
              </a:extLst>
            </p:cNvPr>
            <p:cNvCxnSpPr>
              <a:cxnSpLocks/>
              <a:stCxn id="148" idx="3"/>
              <a:endCxn id="151" idx="0"/>
            </p:cNvCxnSpPr>
            <p:nvPr/>
          </p:nvCxnSpPr>
          <p:spPr>
            <a:xfrm flipH="1">
              <a:off x="6727549" y="5433282"/>
              <a:ext cx="385790" cy="280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B60D43F2-43C4-406E-A4AC-2DFD7476EDE1}"/>
                    </a:ext>
                  </a:extLst>
                </p:cNvPr>
                <p:cNvSpPr txBox="1"/>
                <p:nvPr/>
              </p:nvSpPr>
              <p:spPr>
                <a:xfrm>
                  <a:off x="5604112" y="5571119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B60D43F2-43C4-406E-A4AC-2DFD7476ED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4112" y="5571119"/>
                  <a:ext cx="219354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13889" r="-1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B91B9D89-A674-4822-88AF-32517E8B073C}"/>
                    </a:ext>
                  </a:extLst>
                </p:cNvPr>
                <p:cNvSpPr txBox="1"/>
                <p:nvPr/>
              </p:nvSpPr>
              <p:spPr>
                <a:xfrm>
                  <a:off x="6171814" y="5571118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B91B9D89-A674-4822-88AF-32517E8B0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1814" y="5571118"/>
                  <a:ext cx="220958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37838" r="-351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97B8DFAC-06AE-4DA1-AA45-827FDF4EDE96}"/>
                    </a:ext>
                  </a:extLst>
                </p:cNvPr>
                <p:cNvSpPr txBox="1"/>
                <p:nvPr/>
              </p:nvSpPr>
              <p:spPr>
                <a:xfrm>
                  <a:off x="6333314" y="6185097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97B8DFAC-06AE-4DA1-AA45-827FDF4EDE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3314" y="6185097"/>
                  <a:ext cx="199222" cy="307777"/>
                </a:xfrm>
                <a:prstGeom prst="rect">
                  <a:avLst/>
                </a:prstGeom>
                <a:blipFill>
                  <a:blip r:embed="rId24"/>
                  <a:stretch>
                    <a:fillRect l="-30303" r="-24242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F41B7595-C9A8-41B6-93E3-0479685F9D25}"/>
                    </a:ext>
                  </a:extLst>
                </p:cNvPr>
                <p:cNvSpPr txBox="1"/>
                <p:nvPr/>
              </p:nvSpPr>
              <p:spPr>
                <a:xfrm>
                  <a:off x="6904231" y="6185097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F41B7595-C9A8-41B6-93E3-0479685F9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4231" y="6185097"/>
                  <a:ext cx="205569" cy="307777"/>
                </a:xfrm>
                <a:prstGeom prst="rect">
                  <a:avLst/>
                </a:prstGeom>
                <a:blipFill>
                  <a:blip r:embed="rId25"/>
                  <a:stretch>
                    <a:fillRect l="-30303" r="-3030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6BE3ECC-2033-47CF-AD39-A56C68284BAB}"/>
                    </a:ext>
                  </a:extLst>
                </p:cNvPr>
                <p:cNvSpPr txBox="1"/>
                <p:nvPr/>
              </p:nvSpPr>
              <p:spPr>
                <a:xfrm>
                  <a:off x="7353064" y="6185097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6BE3ECC-2033-47CF-AD39-A56C68284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3064" y="6185097"/>
                  <a:ext cx="184473" cy="307777"/>
                </a:xfrm>
                <a:prstGeom prst="rect">
                  <a:avLst/>
                </a:prstGeom>
                <a:blipFill>
                  <a:blip r:embed="rId26"/>
                  <a:stretch>
                    <a:fillRect l="-16667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139D1DB4-BF22-4C70-8DF3-B835B8F5B812}"/>
                    </a:ext>
                  </a:extLst>
                </p:cNvPr>
                <p:cNvSpPr txBox="1"/>
                <p:nvPr/>
              </p:nvSpPr>
              <p:spPr>
                <a:xfrm>
                  <a:off x="7916632" y="6185097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139D1DB4-BF22-4C70-8DF3-B835B8F5B8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6632" y="6185097"/>
                  <a:ext cx="189539" cy="307777"/>
                </a:xfrm>
                <a:prstGeom prst="rect">
                  <a:avLst/>
                </a:prstGeom>
                <a:blipFill>
                  <a:blip r:embed="rId27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0F483B35-16A9-4BD2-B5DB-6E84C400DAA5}"/>
                </a:ext>
              </a:extLst>
            </p:cNvPr>
            <p:cNvCxnSpPr>
              <a:cxnSpLocks/>
              <a:stCxn id="150" idx="3"/>
              <a:endCxn id="156" idx="0"/>
            </p:cNvCxnSpPr>
            <p:nvPr/>
          </p:nvCxnSpPr>
          <p:spPr>
            <a:xfrm flipH="1">
              <a:off x="5713789" y="5430868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83E25924-05D9-4969-BCBF-E3F387718D7B}"/>
                </a:ext>
              </a:extLst>
            </p:cNvPr>
            <p:cNvCxnSpPr>
              <a:cxnSpLocks/>
              <a:stCxn id="150" idx="5"/>
              <a:endCxn id="157" idx="0"/>
            </p:cNvCxnSpPr>
            <p:nvPr/>
          </p:nvCxnSpPr>
          <p:spPr>
            <a:xfrm>
              <a:off x="6117271" y="5430868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2C57ADA0-83AA-4A33-A173-5F29C7958D55}"/>
                </a:ext>
              </a:extLst>
            </p:cNvPr>
            <p:cNvCxnSpPr>
              <a:cxnSpLocks/>
              <a:stCxn id="151" idx="3"/>
              <a:endCxn id="158" idx="0"/>
            </p:cNvCxnSpPr>
            <p:nvPr/>
          </p:nvCxnSpPr>
          <p:spPr>
            <a:xfrm flipH="1">
              <a:off x="6432925" y="6007832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696BB163-94EF-4006-A1A4-5F960CAD3A81}"/>
                </a:ext>
              </a:extLst>
            </p:cNvPr>
            <p:cNvCxnSpPr>
              <a:cxnSpLocks/>
              <a:stCxn id="151" idx="5"/>
              <a:endCxn id="159" idx="0"/>
            </p:cNvCxnSpPr>
            <p:nvPr/>
          </p:nvCxnSpPr>
          <p:spPr>
            <a:xfrm>
              <a:off x="6849247" y="6007832"/>
              <a:ext cx="157769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757E8F2C-8A51-48A9-80DB-37D3A355F2D7}"/>
                </a:ext>
              </a:extLst>
            </p:cNvPr>
            <p:cNvCxnSpPr>
              <a:cxnSpLocks/>
              <a:stCxn id="152" idx="5"/>
              <a:endCxn id="161" idx="0"/>
            </p:cNvCxnSpPr>
            <p:nvPr/>
          </p:nvCxnSpPr>
          <p:spPr>
            <a:xfrm>
              <a:off x="7866223" y="6002761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3453F4CA-FF7C-4271-8A89-37F699E518A0}"/>
                </a:ext>
              </a:extLst>
            </p:cNvPr>
            <p:cNvCxnSpPr>
              <a:cxnSpLocks/>
              <a:stCxn id="152" idx="3"/>
              <a:endCxn id="160" idx="0"/>
            </p:cNvCxnSpPr>
            <p:nvPr/>
          </p:nvCxnSpPr>
          <p:spPr>
            <a:xfrm flipH="1">
              <a:off x="7445301" y="6002761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E8F454C-F91C-4461-BFC0-1B2853FADD1C}"/>
                    </a:ext>
                  </a:extLst>
                </p:cNvPr>
                <p:cNvSpPr txBox="1"/>
                <p:nvPr/>
              </p:nvSpPr>
              <p:spPr>
                <a:xfrm>
                  <a:off x="6834407" y="4605089"/>
                  <a:ext cx="1652761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sz="2000" b="0" dirty="0"/>
                    <a:t>new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(BR or BB)</a:t>
                  </a: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E8F454C-F91C-4461-BFC0-1B2853FAD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4407" y="4605089"/>
                  <a:ext cx="1652761" cy="251607"/>
                </a:xfrm>
                <a:prstGeom prst="rect">
                  <a:avLst/>
                </a:prstGeom>
                <a:blipFill>
                  <a:blip r:embed="rId28"/>
                  <a:stretch>
                    <a:fillRect l="-9225" t="-52381" r="-8487" b="-5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EB0D7012-571A-4DD5-A0BA-C05A176AF265}"/>
                    </a:ext>
                  </a:extLst>
                </p:cNvPr>
                <p:cNvSpPr txBox="1"/>
                <p:nvPr/>
              </p:nvSpPr>
              <p:spPr>
                <a:xfrm>
                  <a:off x="7445236" y="5219004"/>
                  <a:ext cx="25436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EB0D7012-571A-4DD5-A0BA-C05A176AF2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5236" y="5219004"/>
                  <a:ext cx="254364" cy="246221"/>
                </a:xfrm>
                <a:prstGeom prst="rect">
                  <a:avLst/>
                </a:prstGeom>
                <a:blipFill>
                  <a:blip r:embed="rId29"/>
                  <a:stretch>
                    <a:fillRect l="-11905" r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2" name="箭头: 右 171">
            <a:extLst>
              <a:ext uri="{FF2B5EF4-FFF2-40B4-BE49-F238E27FC236}">
                <a16:creationId xmlns:a16="http://schemas.microsoft.com/office/drawing/2014/main" id="{9251228B-737D-42FB-94C5-525C6B8D350B}"/>
              </a:ext>
            </a:extLst>
          </p:cNvPr>
          <p:cNvSpPr/>
          <p:nvPr/>
        </p:nvSpPr>
        <p:spPr>
          <a:xfrm>
            <a:off x="3577397" y="4810793"/>
            <a:ext cx="1894866" cy="40871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9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Remove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276849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1&amp;2:</a:t>
                </a:r>
                <a:r>
                  <a:rPr lang="en-US" sz="2400" dirty="0"/>
                  <a:t> Find &amp; apply structural deletion.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be the structurally removed node,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takes its place.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3:</a:t>
                </a:r>
                <a:r>
                  <a:rPr lang="en-US" sz="2400" dirty="0"/>
                  <a:t> Repair violated RB-tree properties.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is left child of its parent.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Focus on fixing black-height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3:</a:t>
                </a: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’s sibling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is black,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is red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is black.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Fix: </a:t>
                </a:r>
                <a:r>
                  <a:rPr lang="en-US" sz="2000" dirty="0"/>
                  <a:t>rotate and recolor.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Effect: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becomes red (i.e., transform to last case).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2768495"/>
              </a:xfrm>
              <a:blipFill>
                <a:blip r:embed="rId3"/>
                <a:stretch>
                  <a:fillRect l="-931" t="-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822C8902-DE28-4C06-A3FF-7CCA79095F38}"/>
              </a:ext>
            </a:extLst>
          </p:cNvPr>
          <p:cNvGrpSpPr/>
          <p:nvPr/>
        </p:nvGrpSpPr>
        <p:grpSpPr>
          <a:xfrm>
            <a:off x="628650" y="4568323"/>
            <a:ext cx="2911238" cy="1924551"/>
            <a:chOff x="983063" y="4568323"/>
            <a:chExt cx="2911238" cy="192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42F91CD2-9074-421D-90DF-2C6010CF8BE1}"/>
                    </a:ext>
                  </a:extLst>
                </p:cNvPr>
                <p:cNvSpPr/>
                <p:nvPr/>
              </p:nvSpPr>
              <p:spPr>
                <a:xfrm>
                  <a:off x="2231121" y="4575521"/>
                  <a:ext cx="344214" cy="344214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42F91CD2-9074-421D-90DF-2C6010CF8B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121" y="4575521"/>
                  <a:ext cx="344214" cy="34421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C771D944-F431-4A8E-9285-A150CC7E5872}"/>
                    </a:ext>
                  </a:extLst>
                </p:cNvPr>
                <p:cNvSpPr/>
                <p:nvPr/>
              </p:nvSpPr>
              <p:spPr>
                <a:xfrm>
                  <a:off x="2850646" y="5137063"/>
                  <a:ext cx="347042" cy="347042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C771D944-F431-4A8E-9285-A150CC7E58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646" y="5137063"/>
                  <a:ext cx="347042" cy="34704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0DB7B56-E82A-4D97-8000-73C73C34DDFC}"/>
                </a:ext>
              </a:extLst>
            </p:cNvPr>
            <p:cNvCxnSpPr>
              <a:cxnSpLocks/>
              <a:stCxn id="119" idx="5"/>
              <a:endCxn id="120" idx="0"/>
            </p:cNvCxnSpPr>
            <p:nvPr/>
          </p:nvCxnSpPr>
          <p:spPr>
            <a:xfrm>
              <a:off x="2524926" y="4869326"/>
              <a:ext cx="499241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C94642F1-01BA-479A-9672-3048B59271DF}"/>
                    </a:ext>
                  </a:extLst>
                </p:cNvPr>
                <p:cNvSpPr/>
                <p:nvPr/>
              </p:nvSpPr>
              <p:spPr>
                <a:xfrm>
                  <a:off x="1611596" y="5137063"/>
                  <a:ext cx="344214" cy="344214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C94642F1-01BA-479A-9672-3048B59271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1596" y="5137063"/>
                  <a:ext cx="344214" cy="34421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A13B8DBC-BB99-434E-80EC-4DEE6CE248D5}"/>
                    </a:ext>
                  </a:extLst>
                </p:cNvPr>
                <p:cNvSpPr/>
                <p:nvPr/>
              </p:nvSpPr>
              <p:spPr>
                <a:xfrm>
                  <a:off x="2343572" y="5714027"/>
                  <a:ext cx="344214" cy="34421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A13B8DBC-BB99-434E-80EC-4DEE6CE248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572" y="5714027"/>
                  <a:ext cx="344214" cy="34421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83934536-E7DC-4E99-8263-82987D91365F}"/>
                    </a:ext>
                  </a:extLst>
                </p:cNvPr>
                <p:cNvSpPr/>
                <p:nvPr/>
              </p:nvSpPr>
              <p:spPr>
                <a:xfrm>
                  <a:off x="3360548" y="5708956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83934536-E7DC-4E99-8263-82987D9136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0548" y="5708956"/>
                  <a:ext cx="344214" cy="34421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92F167B9-AC89-48AC-8ED4-3C7F77B64929}"/>
                </a:ext>
              </a:extLst>
            </p:cNvPr>
            <p:cNvCxnSpPr>
              <a:cxnSpLocks/>
              <a:stCxn id="119" idx="3"/>
              <a:endCxn id="122" idx="0"/>
            </p:cNvCxnSpPr>
            <p:nvPr/>
          </p:nvCxnSpPr>
          <p:spPr>
            <a:xfrm flipH="1">
              <a:off x="1783703" y="4869326"/>
              <a:ext cx="497827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F5A31527-FFFB-47B2-B369-4816A64AFA06}"/>
                </a:ext>
              </a:extLst>
            </p:cNvPr>
            <p:cNvCxnSpPr>
              <a:cxnSpLocks/>
              <a:stCxn id="120" idx="5"/>
              <a:endCxn id="124" idx="0"/>
            </p:cNvCxnSpPr>
            <p:nvPr/>
          </p:nvCxnSpPr>
          <p:spPr>
            <a:xfrm>
              <a:off x="3146865" y="5433282"/>
              <a:ext cx="385790" cy="2756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BD7FC711-C90B-46B8-8DC6-B45E2B074F3B}"/>
                </a:ext>
              </a:extLst>
            </p:cNvPr>
            <p:cNvCxnSpPr>
              <a:cxnSpLocks/>
              <a:stCxn id="120" idx="3"/>
              <a:endCxn id="123" idx="0"/>
            </p:cNvCxnSpPr>
            <p:nvPr/>
          </p:nvCxnSpPr>
          <p:spPr>
            <a:xfrm flipH="1">
              <a:off x="2515679" y="5433282"/>
              <a:ext cx="385790" cy="280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EE8D60-5739-412F-B110-DC9A0AA7582C}"/>
                    </a:ext>
                  </a:extLst>
                </p:cNvPr>
                <p:cNvSpPr txBox="1"/>
                <p:nvPr/>
              </p:nvSpPr>
              <p:spPr>
                <a:xfrm>
                  <a:off x="1392242" y="5571119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EE8D60-5739-412F-B110-DC9A0AA75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242" y="5571119"/>
                  <a:ext cx="21935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3889" r="-1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A22DD80-284B-46A7-B0FC-0F821F692309}"/>
                    </a:ext>
                  </a:extLst>
                </p:cNvPr>
                <p:cNvSpPr txBox="1"/>
                <p:nvPr/>
              </p:nvSpPr>
              <p:spPr>
                <a:xfrm>
                  <a:off x="1959944" y="5571118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A22DD80-284B-46A7-B0FC-0F821F6923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9944" y="5571118"/>
                  <a:ext cx="220958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7838" r="-351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150A76B-F710-42FC-B32C-97FC15CC080A}"/>
                    </a:ext>
                  </a:extLst>
                </p:cNvPr>
                <p:cNvSpPr txBox="1"/>
                <p:nvPr/>
              </p:nvSpPr>
              <p:spPr>
                <a:xfrm>
                  <a:off x="2121444" y="6185097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150A76B-F710-42FC-B32C-97FC15CC0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444" y="6185097"/>
                  <a:ext cx="199222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30303" r="-24242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B2E9DA9-0BFA-4B89-ACDE-E5E59EC99F84}"/>
                    </a:ext>
                  </a:extLst>
                </p:cNvPr>
                <p:cNvSpPr txBox="1"/>
                <p:nvPr/>
              </p:nvSpPr>
              <p:spPr>
                <a:xfrm>
                  <a:off x="2692361" y="6185097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B2E9DA9-0BFA-4B89-ACDE-E5E59EC99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361" y="6185097"/>
                  <a:ext cx="205569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30303" r="-3030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6B0FDD1-3196-4D69-BE41-6F8010D310AA}"/>
                    </a:ext>
                  </a:extLst>
                </p:cNvPr>
                <p:cNvSpPr txBox="1"/>
                <p:nvPr/>
              </p:nvSpPr>
              <p:spPr>
                <a:xfrm>
                  <a:off x="3141194" y="6185097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6B0FDD1-3196-4D69-BE41-6F8010D31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194" y="6185097"/>
                  <a:ext cx="184473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16667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BCA57A3-7C02-4704-9496-B88B9227CC9C}"/>
                    </a:ext>
                  </a:extLst>
                </p:cNvPr>
                <p:cNvSpPr txBox="1"/>
                <p:nvPr/>
              </p:nvSpPr>
              <p:spPr>
                <a:xfrm>
                  <a:off x="3704762" y="6185097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BCA57A3-7C02-4704-9496-B88B9227C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4762" y="6185097"/>
                  <a:ext cx="18953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A43056B4-AA31-403A-84E3-0D3A59989AA1}"/>
                </a:ext>
              </a:extLst>
            </p:cNvPr>
            <p:cNvCxnSpPr>
              <a:cxnSpLocks/>
              <a:stCxn id="122" idx="3"/>
              <a:endCxn id="128" idx="0"/>
            </p:cNvCxnSpPr>
            <p:nvPr/>
          </p:nvCxnSpPr>
          <p:spPr>
            <a:xfrm flipH="1">
              <a:off x="1501919" y="5430868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40E3E0C8-DBBC-4E46-AB3B-2A7079E0A77F}"/>
                </a:ext>
              </a:extLst>
            </p:cNvPr>
            <p:cNvCxnSpPr>
              <a:cxnSpLocks/>
              <a:stCxn id="122" idx="5"/>
              <a:endCxn id="129" idx="0"/>
            </p:cNvCxnSpPr>
            <p:nvPr/>
          </p:nvCxnSpPr>
          <p:spPr>
            <a:xfrm>
              <a:off x="1905401" y="5430868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7327444-D7A1-4CFD-B67E-6D97108773E4}"/>
                </a:ext>
              </a:extLst>
            </p:cNvPr>
            <p:cNvCxnSpPr>
              <a:cxnSpLocks/>
              <a:stCxn id="123" idx="3"/>
              <a:endCxn id="130" idx="0"/>
            </p:cNvCxnSpPr>
            <p:nvPr/>
          </p:nvCxnSpPr>
          <p:spPr>
            <a:xfrm flipH="1">
              <a:off x="2221055" y="6007832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9A31C6CB-5B00-41BB-A9F3-395027C94075}"/>
                </a:ext>
              </a:extLst>
            </p:cNvPr>
            <p:cNvCxnSpPr>
              <a:cxnSpLocks/>
              <a:stCxn id="123" idx="5"/>
              <a:endCxn id="131" idx="0"/>
            </p:cNvCxnSpPr>
            <p:nvPr/>
          </p:nvCxnSpPr>
          <p:spPr>
            <a:xfrm>
              <a:off x="2637377" y="6007832"/>
              <a:ext cx="157769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745EF1EB-30DB-47F2-A1D2-208DB20F72BE}"/>
                </a:ext>
              </a:extLst>
            </p:cNvPr>
            <p:cNvCxnSpPr>
              <a:cxnSpLocks/>
              <a:stCxn id="124" idx="5"/>
              <a:endCxn id="133" idx="0"/>
            </p:cNvCxnSpPr>
            <p:nvPr/>
          </p:nvCxnSpPr>
          <p:spPr>
            <a:xfrm>
              <a:off x="3654353" y="6002761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049C7444-F1AB-495C-B95F-913B6F3FF8BF}"/>
                </a:ext>
              </a:extLst>
            </p:cNvPr>
            <p:cNvCxnSpPr>
              <a:cxnSpLocks/>
              <a:stCxn id="124" idx="3"/>
              <a:endCxn id="132" idx="0"/>
            </p:cNvCxnSpPr>
            <p:nvPr/>
          </p:nvCxnSpPr>
          <p:spPr>
            <a:xfrm flipH="1">
              <a:off x="3233431" y="6002761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AEA5648-7801-41C6-92B2-769FC45B38B7}"/>
                    </a:ext>
                  </a:extLst>
                </p:cNvPr>
                <p:cNvSpPr txBox="1"/>
                <p:nvPr/>
              </p:nvSpPr>
              <p:spPr>
                <a:xfrm>
                  <a:off x="983063" y="5183366"/>
                  <a:ext cx="592855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(BB)</a:t>
                  </a: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AEA5648-7801-41C6-92B2-769FC45B3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063" y="5183366"/>
                  <a:ext cx="592855" cy="251607"/>
                </a:xfrm>
                <a:prstGeom prst="rect">
                  <a:avLst/>
                </a:prstGeom>
                <a:blipFill>
                  <a:blip r:embed="rId15"/>
                  <a:stretch>
                    <a:fillRect l="-10309" t="-42857" r="-25773" b="-523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0601C93-5410-4EB6-AA7B-FF2BABED1672}"/>
                    </a:ext>
                  </a:extLst>
                </p:cNvPr>
                <p:cNvSpPr txBox="1"/>
                <p:nvPr/>
              </p:nvSpPr>
              <p:spPr>
                <a:xfrm>
                  <a:off x="3233366" y="5219004"/>
                  <a:ext cx="25436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0601C93-5410-4EB6-AA7B-FF2BABED1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366" y="5219004"/>
                  <a:ext cx="254364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11905" r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A93D0C2-80F4-4ABE-843F-47F6BE20C507}"/>
                </a:ext>
              </a:extLst>
            </p:cNvPr>
            <p:cNvSpPr/>
            <p:nvPr/>
          </p:nvSpPr>
          <p:spPr>
            <a:xfrm>
              <a:off x="2524926" y="4568323"/>
              <a:ext cx="8835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(R or B)</a:t>
              </a:r>
              <a:endParaRPr lang="en-US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6BD222A-D9EA-4C30-A418-ADEF450A83DB}"/>
              </a:ext>
            </a:extLst>
          </p:cNvPr>
          <p:cNvGrpSpPr/>
          <p:nvPr/>
        </p:nvGrpSpPr>
        <p:grpSpPr>
          <a:xfrm>
            <a:off x="5235915" y="4369253"/>
            <a:ext cx="3130313" cy="2403729"/>
            <a:chOff x="4572000" y="4078210"/>
            <a:chExt cx="3130313" cy="2403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33FE725F-CB9B-41A2-8FEB-F6959795211C}"/>
                    </a:ext>
                  </a:extLst>
                </p:cNvPr>
                <p:cNvSpPr/>
                <p:nvPr/>
              </p:nvSpPr>
              <p:spPr>
                <a:xfrm>
                  <a:off x="5820058" y="4085408"/>
                  <a:ext cx="344214" cy="344214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33FE725F-CB9B-41A2-8FEB-F695979521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0058" y="4085408"/>
                  <a:ext cx="344214" cy="344214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49433366-D3A6-45F9-8924-1DC0091114E0}"/>
                    </a:ext>
                  </a:extLst>
                </p:cNvPr>
                <p:cNvSpPr/>
                <p:nvPr/>
              </p:nvSpPr>
              <p:spPr>
                <a:xfrm>
                  <a:off x="6840032" y="5086240"/>
                  <a:ext cx="347042" cy="3470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49433366-D3A6-45F9-8924-1DC0091114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032" y="5086240"/>
                  <a:ext cx="347042" cy="347042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43CDCAD-E276-40C8-881E-512A348EC502}"/>
                </a:ext>
              </a:extLst>
            </p:cNvPr>
            <p:cNvCxnSpPr>
              <a:cxnSpLocks/>
              <a:stCxn id="57" idx="5"/>
              <a:endCxn id="61" idx="0"/>
            </p:cNvCxnSpPr>
            <p:nvPr/>
          </p:nvCxnSpPr>
          <p:spPr>
            <a:xfrm>
              <a:off x="6113863" y="4379213"/>
              <a:ext cx="510419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8BB20F08-F722-440F-A46F-B89545A9F46C}"/>
                    </a:ext>
                  </a:extLst>
                </p:cNvPr>
                <p:cNvSpPr/>
                <p:nvPr/>
              </p:nvSpPr>
              <p:spPr>
                <a:xfrm>
                  <a:off x="5200533" y="4646950"/>
                  <a:ext cx="344214" cy="344214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8BB20F08-F722-440F-A46F-B89545A9F4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533" y="4646950"/>
                  <a:ext cx="344214" cy="344214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18F483CD-BEDB-410F-971D-35E1CC3640A9}"/>
                    </a:ext>
                  </a:extLst>
                </p:cNvPr>
                <p:cNvSpPr/>
                <p:nvPr/>
              </p:nvSpPr>
              <p:spPr>
                <a:xfrm>
                  <a:off x="6452175" y="4646950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18F483CD-BEDB-410F-971D-35E1CC3640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2175" y="4646950"/>
                  <a:ext cx="344214" cy="344214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EEB36C4B-2272-405B-984C-99D92D1C2268}"/>
                    </a:ext>
                  </a:extLst>
                </p:cNvPr>
                <p:cNvSpPr/>
                <p:nvPr/>
              </p:nvSpPr>
              <p:spPr>
                <a:xfrm>
                  <a:off x="7168560" y="5698021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EEB36C4B-2272-405B-984C-99D92D1C22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8560" y="5698021"/>
                  <a:ext cx="344214" cy="344214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68F7EF4C-6435-4025-9338-4DF5F3EED4BD}"/>
                </a:ext>
              </a:extLst>
            </p:cNvPr>
            <p:cNvCxnSpPr>
              <a:cxnSpLocks/>
              <a:stCxn id="57" idx="3"/>
              <a:endCxn id="60" idx="0"/>
            </p:cNvCxnSpPr>
            <p:nvPr/>
          </p:nvCxnSpPr>
          <p:spPr>
            <a:xfrm flipH="1">
              <a:off x="5372640" y="4379213"/>
              <a:ext cx="497827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58493E-E597-4503-9553-4EA48BCB702B}"/>
                </a:ext>
              </a:extLst>
            </p:cNvPr>
            <p:cNvCxnSpPr>
              <a:cxnSpLocks/>
              <a:stCxn id="58" idx="5"/>
              <a:endCxn id="62" idx="0"/>
            </p:cNvCxnSpPr>
            <p:nvPr/>
          </p:nvCxnSpPr>
          <p:spPr>
            <a:xfrm>
              <a:off x="7136251" y="5382459"/>
              <a:ext cx="204416" cy="3155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CE21C06-0EB3-47C1-860F-B809DC906026}"/>
                </a:ext>
              </a:extLst>
            </p:cNvPr>
            <p:cNvCxnSpPr>
              <a:cxnSpLocks/>
              <a:stCxn id="58" idx="3"/>
              <a:endCxn id="69" idx="0"/>
            </p:cNvCxnSpPr>
            <p:nvPr/>
          </p:nvCxnSpPr>
          <p:spPr>
            <a:xfrm flipH="1">
              <a:off x="6649426" y="5382459"/>
              <a:ext cx="241429" cy="3213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1939D319-E857-4C67-A35D-786C9A934575}"/>
                    </a:ext>
                  </a:extLst>
                </p:cNvPr>
                <p:cNvSpPr txBox="1"/>
                <p:nvPr/>
              </p:nvSpPr>
              <p:spPr>
                <a:xfrm>
                  <a:off x="4981179" y="5081006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1939D319-E857-4C67-A35D-786C9A9345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179" y="5081006"/>
                  <a:ext cx="219354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13889" r="-1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BB06F8B0-C3A2-4AEC-BDD3-0DCA199C57D7}"/>
                    </a:ext>
                  </a:extLst>
                </p:cNvPr>
                <p:cNvSpPr txBox="1"/>
                <p:nvPr/>
              </p:nvSpPr>
              <p:spPr>
                <a:xfrm>
                  <a:off x="5548881" y="5081005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BB06F8B0-C3A2-4AEC-BDD3-0DCA199C5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8881" y="5081005"/>
                  <a:ext cx="220958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38889" r="-38889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E4990B5-1A18-4F50-A7E3-4C9218B3D509}"/>
                    </a:ext>
                  </a:extLst>
                </p:cNvPr>
                <p:cNvSpPr txBox="1"/>
                <p:nvPr/>
              </p:nvSpPr>
              <p:spPr>
                <a:xfrm>
                  <a:off x="6230047" y="5118020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E4990B5-1A18-4F50-A7E3-4C9218B3D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047" y="5118020"/>
                  <a:ext cx="199222" cy="307777"/>
                </a:xfrm>
                <a:prstGeom prst="rect">
                  <a:avLst/>
                </a:prstGeom>
                <a:blipFill>
                  <a:blip r:embed="rId24"/>
                  <a:stretch>
                    <a:fillRect l="-30303" r="-24242" b="-215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1A3C271-3DBE-4237-9539-FF5381478E65}"/>
                    </a:ext>
                  </a:extLst>
                </p:cNvPr>
                <p:cNvSpPr txBox="1"/>
                <p:nvPr/>
              </p:nvSpPr>
              <p:spPr>
                <a:xfrm>
                  <a:off x="6546641" y="5703793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1A3C271-3DBE-4237-9539-FF5381478E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6641" y="5703793"/>
                  <a:ext cx="205569" cy="307777"/>
                </a:xfrm>
                <a:prstGeom prst="rect">
                  <a:avLst/>
                </a:prstGeom>
                <a:blipFill>
                  <a:blip r:embed="rId25"/>
                  <a:stretch>
                    <a:fillRect l="-29412" r="-26471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C0A76247-05F6-4580-90D8-94EE1081E52A}"/>
                    </a:ext>
                  </a:extLst>
                </p:cNvPr>
                <p:cNvSpPr txBox="1"/>
                <p:nvPr/>
              </p:nvSpPr>
              <p:spPr>
                <a:xfrm>
                  <a:off x="6949206" y="6174162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C0A76247-05F6-4580-90D8-94EE1081E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9206" y="6174162"/>
                  <a:ext cx="184473" cy="307777"/>
                </a:xfrm>
                <a:prstGeom prst="rect">
                  <a:avLst/>
                </a:prstGeom>
                <a:blipFill>
                  <a:blip r:embed="rId26"/>
                  <a:stretch>
                    <a:fillRect l="-20000"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0007F8B-D59F-4B72-806D-E0AB447A2387}"/>
                    </a:ext>
                  </a:extLst>
                </p:cNvPr>
                <p:cNvSpPr txBox="1"/>
                <p:nvPr/>
              </p:nvSpPr>
              <p:spPr>
                <a:xfrm>
                  <a:off x="7512774" y="6174162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30007F8B-D59F-4B72-806D-E0AB447A2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774" y="6174162"/>
                  <a:ext cx="189539" cy="307777"/>
                </a:xfrm>
                <a:prstGeom prst="rect">
                  <a:avLst/>
                </a:prstGeom>
                <a:blipFill>
                  <a:blip r:embed="rId27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88E7ADBC-13E1-4ACB-89BC-808E4A098FED}"/>
                </a:ext>
              </a:extLst>
            </p:cNvPr>
            <p:cNvCxnSpPr>
              <a:cxnSpLocks/>
              <a:stCxn id="60" idx="3"/>
              <a:endCxn id="66" idx="0"/>
            </p:cNvCxnSpPr>
            <p:nvPr/>
          </p:nvCxnSpPr>
          <p:spPr>
            <a:xfrm flipH="1">
              <a:off x="5090856" y="4940755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858A425-13B5-45F5-94A2-CC8489668FE5}"/>
                </a:ext>
              </a:extLst>
            </p:cNvPr>
            <p:cNvCxnSpPr>
              <a:cxnSpLocks/>
              <a:stCxn id="60" idx="5"/>
              <a:endCxn id="67" idx="0"/>
            </p:cNvCxnSpPr>
            <p:nvPr/>
          </p:nvCxnSpPr>
          <p:spPr>
            <a:xfrm>
              <a:off x="5494338" y="4940755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19D238C7-69A6-4177-880C-A33DE81563EF}"/>
                </a:ext>
              </a:extLst>
            </p:cNvPr>
            <p:cNvCxnSpPr>
              <a:cxnSpLocks/>
              <a:stCxn id="61" idx="3"/>
              <a:endCxn id="68" idx="0"/>
            </p:cNvCxnSpPr>
            <p:nvPr/>
          </p:nvCxnSpPr>
          <p:spPr>
            <a:xfrm flipH="1">
              <a:off x="6329658" y="4940755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0C53B5E-37F9-471D-A266-FC379FF6A7DE}"/>
                </a:ext>
              </a:extLst>
            </p:cNvPr>
            <p:cNvCxnSpPr>
              <a:cxnSpLocks/>
              <a:stCxn id="62" idx="5"/>
              <a:endCxn id="71" idx="0"/>
            </p:cNvCxnSpPr>
            <p:nvPr/>
          </p:nvCxnSpPr>
          <p:spPr>
            <a:xfrm>
              <a:off x="7462365" y="5991826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065C066-C59F-49D6-B482-4CE921A75BDC}"/>
                </a:ext>
              </a:extLst>
            </p:cNvPr>
            <p:cNvCxnSpPr>
              <a:cxnSpLocks/>
              <a:stCxn id="62" idx="3"/>
              <a:endCxn id="70" idx="0"/>
            </p:cNvCxnSpPr>
            <p:nvPr/>
          </p:nvCxnSpPr>
          <p:spPr>
            <a:xfrm flipH="1">
              <a:off x="7041443" y="5991826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FD334EE-A5DF-4D8D-B460-96B45F3EA9A8}"/>
                    </a:ext>
                  </a:extLst>
                </p:cNvPr>
                <p:cNvSpPr txBox="1"/>
                <p:nvPr/>
              </p:nvSpPr>
              <p:spPr>
                <a:xfrm>
                  <a:off x="4572000" y="4693253"/>
                  <a:ext cx="592855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(BB)</a:t>
                  </a: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FD334EE-A5DF-4D8D-B460-96B45F3EA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4693253"/>
                  <a:ext cx="592855" cy="251607"/>
                </a:xfrm>
                <a:prstGeom prst="rect">
                  <a:avLst/>
                </a:prstGeom>
                <a:blipFill>
                  <a:blip r:embed="rId28"/>
                  <a:stretch>
                    <a:fillRect l="-11340" t="-43902" r="-24742" b="-536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67E8BB4-EDCE-4D5D-BCC6-1D4D1BB72A8F}"/>
                    </a:ext>
                  </a:extLst>
                </p:cNvPr>
                <p:cNvSpPr txBox="1"/>
                <p:nvPr/>
              </p:nvSpPr>
              <p:spPr>
                <a:xfrm>
                  <a:off x="6848841" y="4694129"/>
                  <a:ext cx="698717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:r>
                    <a:rPr lang="en-US" sz="2000" b="0" dirty="0"/>
                    <a:t>new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67E8BB4-EDCE-4D5D-BCC6-1D4D1BB72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8841" y="4694129"/>
                  <a:ext cx="698717" cy="251607"/>
                </a:xfrm>
                <a:prstGeom prst="rect">
                  <a:avLst/>
                </a:prstGeom>
                <a:blipFill>
                  <a:blip r:embed="rId29"/>
                  <a:stretch>
                    <a:fillRect l="-21739" t="-53659" r="-7826" b="-609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F1A3296-D28D-4649-A4F4-64F8BFC56632}"/>
                </a:ext>
              </a:extLst>
            </p:cNvPr>
            <p:cNvSpPr/>
            <p:nvPr/>
          </p:nvSpPr>
          <p:spPr>
            <a:xfrm>
              <a:off x="6113863" y="4078210"/>
              <a:ext cx="8835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(R or B)</a:t>
              </a:r>
              <a:endParaRPr lang="en-US" dirty="0"/>
            </a:p>
          </p:txBody>
        </p: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FAE7B392-3894-4AA4-8DE5-5DF9FF29E320}"/>
                </a:ext>
              </a:extLst>
            </p:cNvPr>
            <p:cNvCxnSpPr>
              <a:cxnSpLocks/>
              <a:stCxn id="61" idx="5"/>
              <a:endCxn id="58" idx="0"/>
            </p:cNvCxnSpPr>
            <p:nvPr/>
          </p:nvCxnSpPr>
          <p:spPr>
            <a:xfrm>
              <a:off x="6745980" y="4940755"/>
              <a:ext cx="267573" cy="145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箭头: 右 95">
            <a:extLst>
              <a:ext uri="{FF2B5EF4-FFF2-40B4-BE49-F238E27FC236}">
                <a16:creationId xmlns:a16="http://schemas.microsoft.com/office/drawing/2014/main" id="{36D0B356-1F58-439C-8503-36928A6199B9}"/>
              </a:ext>
            </a:extLst>
          </p:cNvPr>
          <p:cNvSpPr/>
          <p:nvPr/>
        </p:nvSpPr>
        <p:spPr>
          <a:xfrm>
            <a:off x="3350349" y="4999538"/>
            <a:ext cx="1568535" cy="40871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箭头: 手杖形 97">
            <a:extLst>
              <a:ext uri="{FF2B5EF4-FFF2-40B4-BE49-F238E27FC236}">
                <a16:creationId xmlns:a16="http://schemas.microsoft.com/office/drawing/2014/main" id="{16FFC1E1-476B-4454-A298-A872ACD04B30}"/>
              </a:ext>
            </a:extLst>
          </p:cNvPr>
          <p:cNvSpPr/>
          <p:nvPr/>
        </p:nvSpPr>
        <p:spPr>
          <a:xfrm>
            <a:off x="2513353" y="5545572"/>
            <a:ext cx="372055" cy="292483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16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Remove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2633903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1&amp;2:</a:t>
                </a:r>
                <a:r>
                  <a:rPr lang="en-US" sz="2400" dirty="0"/>
                  <a:t> Find &amp; apply structural deletion.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be the structurally removed node,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takes its place.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3:</a:t>
                </a:r>
                <a:r>
                  <a:rPr lang="en-US" sz="2400" dirty="0"/>
                  <a:t> Repair violated RB-tree properties.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is left child of its parent.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Focus on fixing black-height property.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4:</a:t>
                </a: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’s sibling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is black,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𝑟𝑖𝑔h𝑡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is red.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Fix: </a:t>
                </a:r>
                <a:r>
                  <a:rPr lang="en-US" sz="2000" dirty="0"/>
                  <a:t>rotate and recolor.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b="1" dirty="0"/>
                  <a:t>Effect: </a:t>
                </a:r>
                <a:r>
                  <a:rPr lang="en-US" sz="2000" dirty="0"/>
                  <a:t>we are done!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2633903"/>
              </a:xfrm>
              <a:blipFill>
                <a:blip r:embed="rId3"/>
                <a:stretch>
                  <a:fillRect l="-931" t="-3241" b="-3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822C8902-DE28-4C06-A3FF-7CCA79095F38}"/>
              </a:ext>
            </a:extLst>
          </p:cNvPr>
          <p:cNvGrpSpPr/>
          <p:nvPr/>
        </p:nvGrpSpPr>
        <p:grpSpPr>
          <a:xfrm>
            <a:off x="628650" y="4568323"/>
            <a:ext cx="2911238" cy="1924551"/>
            <a:chOff x="983063" y="4568323"/>
            <a:chExt cx="2911238" cy="192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42F91CD2-9074-421D-90DF-2C6010CF8BE1}"/>
                    </a:ext>
                  </a:extLst>
                </p:cNvPr>
                <p:cNvSpPr/>
                <p:nvPr/>
              </p:nvSpPr>
              <p:spPr>
                <a:xfrm>
                  <a:off x="2231121" y="4575521"/>
                  <a:ext cx="344214" cy="344214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42F91CD2-9074-421D-90DF-2C6010CF8B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121" y="4575521"/>
                  <a:ext cx="344214" cy="34421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C771D944-F431-4A8E-9285-A150CC7E5872}"/>
                    </a:ext>
                  </a:extLst>
                </p:cNvPr>
                <p:cNvSpPr/>
                <p:nvPr/>
              </p:nvSpPr>
              <p:spPr>
                <a:xfrm>
                  <a:off x="2850646" y="5137063"/>
                  <a:ext cx="347042" cy="347042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C771D944-F431-4A8E-9285-A150CC7E58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0646" y="5137063"/>
                  <a:ext cx="347042" cy="34704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0DB7B56-E82A-4D97-8000-73C73C34DDFC}"/>
                </a:ext>
              </a:extLst>
            </p:cNvPr>
            <p:cNvCxnSpPr>
              <a:cxnSpLocks/>
              <a:stCxn id="119" idx="5"/>
              <a:endCxn id="120" idx="0"/>
            </p:cNvCxnSpPr>
            <p:nvPr/>
          </p:nvCxnSpPr>
          <p:spPr>
            <a:xfrm>
              <a:off x="2524926" y="4869326"/>
              <a:ext cx="499241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C94642F1-01BA-479A-9672-3048B59271DF}"/>
                    </a:ext>
                  </a:extLst>
                </p:cNvPr>
                <p:cNvSpPr/>
                <p:nvPr/>
              </p:nvSpPr>
              <p:spPr>
                <a:xfrm>
                  <a:off x="1611596" y="5137063"/>
                  <a:ext cx="344214" cy="344214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C94642F1-01BA-479A-9672-3048B59271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1596" y="5137063"/>
                  <a:ext cx="344214" cy="34421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A13B8DBC-BB99-434E-80EC-4DEE6CE248D5}"/>
                    </a:ext>
                  </a:extLst>
                </p:cNvPr>
                <p:cNvSpPr/>
                <p:nvPr/>
              </p:nvSpPr>
              <p:spPr>
                <a:xfrm>
                  <a:off x="2343572" y="5714027"/>
                  <a:ext cx="344214" cy="344214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A13B8DBC-BB99-434E-80EC-4DEE6CE248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572" y="5714027"/>
                  <a:ext cx="344214" cy="34421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83934536-E7DC-4E99-8263-82987D91365F}"/>
                    </a:ext>
                  </a:extLst>
                </p:cNvPr>
                <p:cNvSpPr/>
                <p:nvPr/>
              </p:nvSpPr>
              <p:spPr>
                <a:xfrm>
                  <a:off x="3360548" y="5708956"/>
                  <a:ext cx="344214" cy="34421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83934536-E7DC-4E99-8263-82987D9136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0548" y="5708956"/>
                  <a:ext cx="344214" cy="34421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92F167B9-AC89-48AC-8ED4-3C7F77B64929}"/>
                </a:ext>
              </a:extLst>
            </p:cNvPr>
            <p:cNvCxnSpPr>
              <a:cxnSpLocks/>
              <a:stCxn id="119" idx="3"/>
              <a:endCxn id="122" idx="0"/>
            </p:cNvCxnSpPr>
            <p:nvPr/>
          </p:nvCxnSpPr>
          <p:spPr>
            <a:xfrm flipH="1">
              <a:off x="1783703" y="4869326"/>
              <a:ext cx="497827" cy="2677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F5A31527-FFFB-47B2-B369-4816A64AFA06}"/>
                </a:ext>
              </a:extLst>
            </p:cNvPr>
            <p:cNvCxnSpPr>
              <a:cxnSpLocks/>
              <a:stCxn id="120" idx="5"/>
              <a:endCxn id="124" idx="0"/>
            </p:cNvCxnSpPr>
            <p:nvPr/>
          </p:nvCxnSpPr>
          <p:spPr>
            <a:xfrm>
              <a:off x="3146865" y="5433282"/>
              <a:ext cx="385790" cy="2756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BD7FC711-C90B-46B8-8DC6-B45E2B074F3B}"/>
                </a:ext>
              </a:extLst>
            </p:cNvPr>
            <p:cNvCxnSpPr>
              <a:cxnSpLocks/>
              <a:stCxn id="120" idx="3"/>
              <a:endCxn id="123" idx="0"/>
            </p:cNvCxnSpPr>
            <p:nvPr/>
          </p:nvCxnSpPr>
          <p:spPr>
            <a:xfrm flipH="1">
              <a:off x="2515679" y="5433282"/>
              <a:ext cx="385790" cy="280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EE8D60-5739-412F-B110-DC9A0AA7582C}"/>
                    </a:ext>
                  </a:extLst>
                </p:cNvPr>
                <p:cNvSpPr txBox="1"/>
                <p:nvPr/>
              </p:nvSpPr>
              <p:spPr>
                <a:xfrm>
                  <a:off x="1392242" y="5571119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6EE8D60-5739-412F-B110-DC9A0AA75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242" y="5571119"/>
                  <a:ext cx="21935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3889" r="-1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A22DD80-284B-46A7-B0FC-0F821F692309}"/>
                    </a:ext>
                  </a:extLst>
                </p:cNvPr>
                <p:cNvSpPr txBox="1"/>
                <p:nvPr/>
              </p:nvSpPr>
              <p:spPr>
                <a:xfrm>
                  <a:off x="1959944" y="5571118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A22DD80-284B-46A7-B0FC-0F821F6923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9944" y="5571118"/>
                  <a:ext cx="220958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7838" r="-351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150A76B-F710-42FC-B32C-97FC15CC080A}"/>
                    </a:ext>
                  </a:extLst>
                </p:cNvPr>
                <p:cNvSpPr txBox="1"/>
                <p:nvPr/>
              </p:nvSpPr>
              <p:spPr>
                <a:xfrm>
                  <a:off x="2121444" y="6185097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150A76B-F710-42FC-B32C-97FC15CC0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444" y="6185097"/>
                  <a:ext cx="199222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30303" r="-24242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B2E9DA9-0BFA-4B89-ACDE-E5E59EC99F84}"/>
                    </a:ext>
                  </a:extLst>
                </p:cNvPr>
                <p:cNvSpPr txBox="1"/>
                <p:nvPr/>
              </p:nvSpPr>
              <p:spPr>
                <a:xfrm>
                  <a:off x="2692361" y="6185097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B2E9DA9-0BFA-4B89-ACDE-E5E59EC99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361" y="6185097"/>
                  <a:ext cx="205569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30303" r="-3030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6B0FDD1-3196-4D69-BE41-6F8010D310AA}"/>
                    </a:ext>
                  </a:extLst>
                </p:cNvPr>
                <p:cNvSpPr txBox="1"/>
                <p:nvPr/>
              </p:nvSpPr>
              <p:spPr>
                <a:xfrm>
                  <a:off x="3141194" y="6185097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B6B0FDD1-3196-4D69-BE41-6F8010D31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194" y="6185097"/>
                  <a:ext cx="184473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16667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BCA57A3-7C02-4704-9496-B88B9227CC9C}"/>
                    </a:ext>
                  </a:extLst>
                </p:cNvPr>
                <p:cNvSpPr txBox="1"/>
                <p:nvPr/>
              </p:nvSpPr>
              <p:spPr>
                <a:xfrm>
                  <a:off x="3704762" y="6185097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BCA57A3-7C02-4704-9496-B88B9227C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4762" y="6185097"/>
                  <a:ext cx="18953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A43056B4-AA31-403A-84E3-0D3A59989AA1}"/>
                </a:ext>
              </a:extLst>
            </p:cNvPr>
            <p:cNvCxnSpPr>
              <a:cxnSpLocks/>
              <a:stCxn id="122" idx="3"/>
              <a:endCxn id="128" idx="0"/>
            </p:cNvCxnSpPr>
            <p:nvPr/>
          </p:nvCxnSpPr>
          <p:spPr>
            <a:xfrm flipH="1">
              <a:off x="1501919" y="5430868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40E3E0C8-DBBC-4E46-AB3B-2A7079E0A77F}"/>
                </a:ext>
              </a:extLst>
            </p:cNvPr>
            <p:cNvCxnSpPr>
              <a:cxnSpLocks/>
              <a:stCxn id="122" idx="5"/>
              <a:endCxn id="129" idx="0"/>
            </p:cNvCxnSpPr>
            <p:nvPr/>
          </p:nvCxnSpPr>
          <p:spPr>
            <a:xfrm>
              <a:off x="1905401" y="5430868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7327444-D7A1-4CFD-B67E-6D97108773E4}"/>
                </a:ext>
              </a:extLst>
            </p:cNvPr>
            <p:cNvCxnSpPr>
              <a:cxnSpLocks/>
              <a:stCxn id="123" idx="3"/>
              <a:endCxn id="130" idx="0"/>
            </p:cNvCxnSpPr>
            <p:nvPr/>
          </p:nvCxnSpPr>
          <p:spPr>
            <a:xfrm flipH="1">
              <a:off x="2221055" y="6007832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9A31C6CB-5B00-41BB-A9F3-395027C94075}"/>
                </a:ext>
              </a:extLst>
            </p:cNvPr>
            <p:cNvCxnSpPr>
              <a:cxnSpLocks/>
              <a:stCxn id="123" idx="5"/>
              <a:endCxn id="131" idx="0"/>
            </p:cNvCxnSpPr>
            <p:nvPr/>
          </p:nvCxnSpPr>
          <p:spPr>
            <a:xfrm>
              <a:off x="2637377" y="6007832"/>
              <a:ext cx="157769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745EF1EB-30DB-47F2-A1D2-208DB20F72BE}"/>
                </a:ext>
              </a:extLst>
            </p:cNvPr>
            <p:cNvCxnSpPr>
              <a:cxnSpLocks/>
              <a:stCxn id="124" idx="5"/>
              <a:endCxn id="133" idx="0"/>
            </p:cNvCxnSpPr>
            <p:nvPr/>
          </p:nvCxnSpPr>
          <p:spPr>
            <a:xfrm>
              <a:off x="3654353" y="6002761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049C7444-F1AB-495C-B95F-913B6F3FF8BF}"/>
                </a:ext>
              </a:extLst>
            </p:cNvPr>
            <p:cNvCxnSpPr>
              <a:cxnSpLocks/>
              <a:stCxn id="124" idx="3"/>
              <a:endCxn id="132" idx="0"/>
            </p:cNvCxnSpPr>
            <p:nvPr/>
          </p:nvCxnSpPr>
          <p:spPr>
            <a:xfrm flipH="1">
              <a:off x="3233431" y="6002761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AEA5648-7801-41C6-92B2-769FC45B38B7}"/>
                    </a:ext>
                  </a:extLst>
                </p:cNvPr>
                <p:cNvSpPr txBox="1"/>
                <p:nvPr/>
              </p:nvSpPr>
              <p:spPr>
                <a:xfrm>
                  <a:off x="983063" y="5183366"/>
                  <a:ext cx="592855" cy="2516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(BB)</a:t>
                  </a: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AEA5648-7801-41C6-92B2-769FC45B3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063" y="5183366"/>
                  <a:ext cx="592855" cy="251607"/>
                </a:xfrm>
                <a:prstGeom prst="rect">
                  <a:avLst/>
                </a:prstGeom>
                <a:blipFill>
                  <a:blip r:embed="rId15"/>
                  <a:stretch>
                    <a:fillRect l="-10309" t="-42857" r="-25773" b="-523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0601C93-5410-4EB6-AA7B-FF2BABED1672}"/>
                    </a:ext>
                  </a:extLst>
                </p:cNvPr>
                <p:cNvSpPr txBox="1"/>
                <p:nvPr/>
              </p:nvSpPr>
              <p:spPr>
                <a:xfrm>
                  <a:off x="3233366" y="5219004"/>
                  <a:ext cx="25436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90601C93-5410-4EB6-AA7B-FF2BABED1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366" y="5219004"/>
                  <a:ext cx="254364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11905" r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A93D0C2-80F4-4ABE-843F-47F6BE20C507}"/>
                </a:ext>
              </a:extLst>
            </p:cNvPr>
            <p:cNvSpPr/>
            <p:nvPr/>
          </p:nvSpPr>
          <p:spPr>
            <a:xfrm>
              <a:off x="2524926" y="4568323"/>
              <a:ext cx="8835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(R or B)</a:t>
              </a:r>
              <a:endParaRPr 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0BC53FE-32C6-44AC-896F-9DD0CD093F87}"/>
              </a:ext>
            </a:extLst>
          </p:cNvPr>
          <p:cNvGrpSpPr/>
          <p:nvPr/>
        </p:nvGrpSpPr>
        <p:grpSpPr>
          <a:xfrm>
            <a:off x="5503996" y="4541963"/>
            <a:ext cx="2602175" cy="1950911"/>
            <a:chOff x="5248284" y="4541963"/>
            <a:chExt cx="2602175" cy="19509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6ABAF923-D8A1-4371-9276-EC9588928791}"/>
                    </a:ext>
                  </a:extLst>
                </p:cNvPr>
                <p:cNvSpPr/>
                <p:nvPr/>
              </p:nvSpPr>
              <p:spPr>
                <a:xfrm>
                  <a:off x="6023849" y="5138420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6ABAF923-D8A1-4371-9276-EC95889287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3849" y="5138420"/>
                  <a:ext cx="344214" cy="344214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21F8E692-67E3-417A-905E-BC890B8D5B10}"/>
                    </a:ext>
                  </a:extLst>
                </p:cNvPr>
                <p:cNvSpPr/>
                <p:nvPr/>
              </p:nvSpPr>
              <p:spPr>
                <a:xfrm>
                  <a:off x="6667456" y="4541963"/>
                  <a:ext cx="347042" cy="347042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21F8E692-67E3-417A-905E-BC890B8D5B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7456" y="4541963"/>
                  <a:ext cx="347042" cy="347042"/>
                </a:xfrm>
                <a:prstGeom prst="ellipse">
                  <a:avLst/>
                </a:prstGeom>
                <a:blipFill>
                  <a:blip r:embed="rId18"/>
                  <a:stretch>
                    <a:fillRect l="-1695"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99998EA-44CE-4F49-A839-BBB6677E18C4}"/>
                </a:ext>
              </a:extLst>
            </p:cNvPr>
            <p:cNvCxnSpPr>
              <a:cxnSpLocks/>
              <a:stCxn id="56" idx="0"/>
              <a:endCxn id="75" idx="3"/>
            </p:cNvCxnSpPr>
            <p:nvPr/>
          </p:nvCxnSpPr>
          <p:spPr>
            <a:xfrm flipV="1">
              <a:off x="6195956" y="4838182"/>
              <a:ext cx="522323" cy="3002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F1B1103E-8CC3-4361-A693-57E9964ACE1A}"/>
                    </a:ext>
                  </a:extLst>
                </p:cNvPr>
                <p:cNvSpPr/>
                <p:nvPr/>
              </p:nvSpPr>
              <p:spPr>
                <a:xfrm>
                  <a:off x="5467638" y="5714027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F1B1103E-8CC3-4361-A693-57E9964ACE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7638" y="5714027"/>
                  <a:ext cx="344214" cy="344214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C4218FEA-517D-4A12-81DC-0EEB12FF2DC4}"/>
                    </a:ext>
                  </a:extLst>
                </p:cNvPr>
                <p:cNvSpPr/>
                <p:nvPr/>
              </p:nvSpPr>
              <p:spPr>
                <a:xfrm>
                  <a:off x="6500364" y="5714027"/>
                  <a:ext cx="344214" cy="344214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C4218FEA-517D-4A12-81DC-0EEB12FF2D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0364" y="5714027"/>
                  <a:ext cx="344214" cy="344214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1FFA6B21-F2C0-4CE6-9B9C-AD85420DC515}"/>
                    </a:ext>
                  </a:extLst>
                </p:cNvPr>
                <p:cNvSpPr/>
                <p:nvPr/>
              </p:nvSpPr>
              <p:spPr>
                <a:xfrm>
                  <a:off x="7316706" y="5135798"/>
                  <a:ext cx="344214" cy="34421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1FFA6B21-F2C0-4CE6-9B9C-AD85420DC5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706" y="5135798"/>
                  <a:ext cx="344214" cy="344214"/>
                </a:xfrm>
                <a:prstGeom prst="ellipse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2ED85B7-859F-4413-8C38-B49F7D84D8D2}"/>
                </a:ext>
              </a:extLst>
            </p:cNvPr>
            <p:cNvCxnSpPr>
              <a:cxnSpLocks/>
              <a:stCxn id="56" idx="3"/>
              <a:endCxn id="82" idx="0"/>
            </p:cNvCxnSpPr>
            <p:nvPr/>
          </p:nvCxnSpPr>
          <p:spPr>
            <a:xfrm flipH="1">
              <a:off x="5639745" y="5432225"/>
              <a:ext cx="434513" cy="2818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2DE0F901-1B8B-4F5B-AA9A-3AB3A090E7F0}"/>
                </a:ext>
              </a:extLst>
            </p:cNvPr>
            <p:cNvCxnSpPr>
              <a:cxnSpLocks/>
              <a:stCxn id="75" idx="5"/>
              <a:endCxn id="84" idx="0"/>
            </p:cNvCxnSpPr>
            <p:nvPr/>
          </p:nvCxnSpPr>
          <p:spPr>
            <a:xfrm>
              <a:off x="6963675" y="4838182"/>
              <a:ext cx="525138" cy="29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261731A-1DBF-48C5-957B-C8334103672B}"/>
                </a:ext>
              </a:extLst>
            </p:cNvPr>
            <p:cNvCxnSpPr>
              <a:cxnSpLocks/>
              <a:stCxn id="56" idx="5"/>
              <a:endCxn id="83" idx="0"/>
            </p:cNvCxnSpPr>
            <p:nvPr/>
          </p:nvCxnSpPr>
          <p:spPr>
            <a:xfrm>
              <a:off x="6317654" y="5432225"/>
              <a:ext cx="354817" cy="2818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B7C53AD9-F95F-4CA3-892F-933E32EBF927}"/>
                    </a:ext>
                  </a:extLst>
                </p:cNvPr>
                <p:cNvSpPr txBox="1"/>
                <p:nvPr/>
              </p:nvSpPr>
              <p:spPr>
                <a:xfrm>
                  <a:off x="5248284" y="6148083"/>
                  <a:ext cx="2193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B7C53AD9-F95F-4CA3-892F-933E32EBF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8284" y="6148083"/>
                  <a:ext cx="219354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16667" r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0ADA05AC-A2D5-4C9C-9A1D-EA841CD7B9BA}"/>
                    </a:ext>
                  </a:extLst>
                </p:cNvPr>
                <p:cNvSpPr txBox="1"/>
                <p:nvPr/>
              </p:nvSpPr>
              <p:spPr>
                <a:xfrm>
                  <a:off x="5815986" y="6148082"/>
                  <a:ext cx="2209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0ADA05AC-A2D5-4C9C-9A1D-EA841CD7B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5986" y="6148082"/>
                  <a:ext cx="220958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38889" r="-38889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EDEB763-8FA5-4941-9516-01253DF0AFBA}"/>
                    </a:ext>
                  </a:extLst>
                </p:cNvPr>
                <p:cNvSpPr txBox="1"/>
                <p:nvPr/>
              </p:nvSpPr>
              <p:spPr>
                <a:xfrm>
                  <a:off x="6278236" y="6185097"/>
                  <a:ext cx="19922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CEDEB763-8FA5-4941-9516-01253DF0A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8236" y="6185097"/>
                  <a:ext cx="199222" cy="307777"/>
                </a:xfrm>
                <a:prstGeom prst="rect">
                  <a:avLst/>
                </a:prstGeom>
                <a:blipFill>
                  <a:blip r:embed="rId24"/>
                  <a:stretch>
                    <a:fillRect l="-30303" r="-24242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2B7F28E9-DD9B-4238-8293-FBA4D67EB2B3}"/>
                    </a:ext>
                  </a:extLst>
                </p:cNvPr>
                <p:cNvSpPr txBox="1"/>
                <p:nvPr/>
              </p:nvSpPr>
              <p:spPr>
                <a:xfrm>
                  <a:off x="6849153" y="6185097"/>
                  <a:ext cx="2055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2B7F28E9-DD9B-4238-8293-FBA4D67EB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9153" y="6185097"/>
                  <a:ext cx="205569" cy="307777"/>
                </a:xfrm>
                <a:prstGeom prst="rect">
                  <a:avLst/>
                </a:prstGeom>
                <a:blipFill>
                  <a:blip r:embed="rId25"/>
                  <a:stretch>
                    <a:fillRect l="-29412" r="-26471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FC2ECE1B-9142-44C4-893A-F751BDBF4290}"/>
                    </a:ext>
                  </a:extLst>
                </p:cNvPr>
                <p:cNvSpPr txBox="1"/>
                <p:nvPr/>
              </p:nvSpPr>
              <p:spPr>
                <a:xfrm>
                  <a:off x="7097352" y="5611939"/>
                  <a:ext cx="18447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FC2ECE1B-9142-44C4-893A-F751BDBF42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7352" y="5611939"/>
                  <a:ext cx="184473" cy="307777"/>
                </a:xfrm>
                <a:prstGeom prst="rect">
                  <a:avLst/>
                </a:prstGeom>
                <a:blipFill>
                  <a:blip r:embed="rId26"/>
                  <a:stretch>
                    <a:fillRect l="-16667"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CBF232E6-7CC7-45CF-B085-3477767D1E4D}"/>
                    </a:ext>
                  </a:extLst>
                </p:cNvPr>
                <p:cNvSpPr txBox="1"/>
                <p:nvPr/>
              </p:nvSpPr>
              <p:spPr>
                <a:xfrm>
                  <a:off x="7660920" y="5611939"/>
                  <a:ext cx="18953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CBF232E6-7CC7-45CF-B085-3477767D1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0920" y="5611939"/>
                  <a:ext cx="189539" cy="307777"/>
                </a:xfrm>
                <a:prstGeom prst="rect">
                  <a:avLst/>
                </a:prstGeom>
                <a:blipFill>
                  <a:blip r:embed="rId27"/>
                  <a:stretch>
                    <a:fillRect l="-45161" r="-41935" b="-3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CD1B9B0A-7082-46E2-8263-8DDDB73B3A03}"/>
                </a:ext>
              </a:extLst>
            </p:cNvPr>
            <p:cNvCxnSpPr>
              <a:cxnSpLocks/>
              <a:stCxn id="82" idx="3"/>
              <a:endCxn id="89" idx="0"/>
            </p:cNvCxnSpPr>
            <p:nvPr/>
          </p:nvCxnSpPr>
          <p:spPr>
            <a:xfrm flipH="1">
              <a:off x="5357961" y="6007832"/>
              <a:ext cx="160086" cy="14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D727D186-34BF-4418-99AD-3CA58B77A355}"/>
                </a:ext>
              </a:extLst>
            </p:cNvPr>
            <p:cNvCxnSpPr>
              <a:cxnSpLocks/>
              <a:stCxn id="82" idx="5"/>
              <a:endCxn id="90" idx="0"/>
            </p:cNvCxnSpPr>
            <p:nvPr/>
          </p:nvCxnSpPr>
          <p:spPr>
            <a:xfrm>
              <a:off x="5761443" y="6007832"/>
              <a:ext cx="165022" cy="1402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D8B26C40-16C4-4EE9-823F-C00C62D2818F}"/>
                </a:ext>
              </a:extLst>
            </p:cNvPr>
            <p:cNvCxnSpPr>
              <a:cxnSpLocks/>
              <a:stCxn id="83" idx="3"/>
              <a:endCxn id="91" idx="0"/>
            </p:cNvCxnSpPr>
            <p:nvPr/>
          </p:nvCxnSpPr>
          <p:spPr>
            <a:xfrm flipH="1">
              <a:off x="6377847" y="6007832"/>
              <a:ext cx="172926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D1CF2625-5040-4A8E-82C9-83F56D70D653}"/>
                </a:ext>
              </a:extLst>
            </p:cNvPr>
            <p:cNvCxnSpPr>
              <a:cxnSpLocks/>
              <a:stCxn id="83" idx="5"/>
              <a:endCxn id="92" idx="0"/>
            </p:cNvCxnSpPr>
            <p:nvPr/>
          </p:nvCxnSpPr>
          <p:spPr>
            <a:xfrm>
              <a:off x="6794169" y="6007832"/>
              <a:ext cx="157769" cy="1772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64B84A2-D74D-4AB0-A7D6-F4E7CFE243B7}"/>
                </a:ext>
              </a:extLst>
            </p:cNvPr>
            <p:cNvCxnSpPr>
              <a:cxnSpLocks/>
              <a:stCxn id="84" idx="5"/>
              <a:endCxn id="94" idx="0"/>
            </p:cNvCxnSpPr>
            <p:nvPr/>
          </p:nvCxnSpPr>
          <p:spPr>
            <a:xfrm>
              <a:off x="7610511" y="5429603"/>
              <a:ext cx="145179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D75B7DA4-CD9D-4AD9-A146-2CC9F835A253}"/>
                </a:ext>
              </a:extLst>
            </p:cNvPr>
            <p:cNvCxnSpPr>
              <a:cxnSpLocks/>
              <a:stCxn id="84" idx="3"/>
              <a:endCxn id="93" idx="0"/>
            </p:cNvCxnSpPr>
            <p:nvPr/>
          </p:nvCxnSpPr>
          <p:spPr>
            <a:xfrm flipH="1">
              <a:off x="7189589" y="5429603"/>
              <a:ext cx="177526" cy="182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4DA6838A-503D-4198-9304-FDDC7ED91CE6}"/>
                    </a:ext>
                  </a:extLst>
                </p:cNvPr>
                <p:cNvSpPr txBox="1"/>
                <p:nvPr/>
              </p:nvSpPr>
              <p:spPr>
                <a:xfrm>
                  <a:off x="5255177" y="5763023"/>
                  <a:ext cx="20172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4DA6838A-503D-4198-9304-FDDC7ED91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5177" y="5763023"/>
                  <a:ext cx="201722" cy="246221"/>
                </a:xfrm>
                <a:prstGeom prst="rect">
                  <a:avLst/>
                </a:prstGeom>
                <a:blipFill>
                  <a:blip r:embed="rId28"/>
                  <a:stretch>
                    <a:fillRect l="-303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4" name="箭头: 右 103">
            <a:extLst>
              <a:ext uri="{FF2B5EF4-FFF2-40B4-BE49-F238E27FC236}">
                <a16:creationId xmlns:a16="http://schemas.microsoft.com/office/drawing/2014/main" id="{100DC384-1201-4C9F-962A-19C1D199ED3B}"/>
              </a:ext>
            </a:extLst>
          </p:cNvPr>
          <p:cNvSpPr/>
          <p:nvPr/>
        </p:nvSpPr>
        <p:spPr>
          <a:xfrm>
            <a:off x="3794868" y="4998737"/>
            <a:ext cx="1568535" cy="40871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箭头: 手杖形 104">
            <a:extLst>
              <a:ext uri="{FF2B5EF4-FFF2-40B4-BE49-F238E27FC236}">
                <a16:creationId xmlns:a16="http://schemas.microsoft.com/office/drawing/2014/main" id="{02152CDC-F7A8-4812-93F2-7BFAAC767843}"/>
              </a:ext>
            </a:extLst>
          </p:cNvPr>
          <p:cNvSpPr/>
          <p:nvPr/>
        </p:nvSpPr>
        <p:spPr>
          <a:xfrm flipH="1">
            <a:off x="1833083" y="5017135"/>
            <a:ext cx="399631" cy="34420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29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Remove</a:t>
                </a:r>
                <a:r>
                  <a:rPr lang="en-US" dirty="0"/>
                  <a:t>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a RB-Tree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EAF6C5B-9733-41E8-8279-3BC05F878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1&amp;2:</a:t>
                </a:r>
                <a:r>
                  <a:rPr lang="en-US" sz="2400" dirty="0"/>
                  <a:t> Find &amp; apply structural deletion.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be the structurally removed node,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takes its place.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Step 3:</a:t>
                </a:r>
                <a:r>
                  <a:rPr lang="en-US" sz="2400" dirty="0"/>
                  <a:t> Repair violated RB-tree properties. </a:t>
                </a:r>
                <a:r>
                  <a:rPr lang="en-US" sz="2000" dirty="0">
                    <a:solidFill>
                      <a:schemeClr val="bg2">
                        <a:lumMod val="50000"/>
                      </a:schemeClr>
                    </a:solidFill>
                  </a:rPr>
                  <a:t>(Maintain BST property.)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is not double-black: then done or easy fix.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is double-black:</a:t>
                </a:r>
              </a:p>
              <a:p>
                <a:pPr marL="936000" lvl="2">
                  <a:spcBef>
                    <a:spcPts val="0"/>
                  </a:spcBef>
                </a:pP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1:</a:t>
                </a:r>
                <a:r>
                  <a:rPr lang="en-US" sz="1800" dirty="0">
                    <a:solidFill>
                      <a:schemeClr val="accent2">
                        <a:lumMod val="50000"/>
                      </a:schemeClr>
                    </a:solidFill>
                  </a:rPr>
                  <a:t> rotate and recolor; transform to other cases.</a:t>
                </a:r>
              </a:p>
              <a:p>
                <a:pPr marL="936000" lvl="2">
                  <a:spcBef>
                    <a:spcPts val="0"/>
                  </a:spcBef>
                </a:pP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2:</a:t>
                </a:r>
                <a:r>
                  <a:rPr lang="en-US" sz="1800" dirty="0">
                    <a:solidFill>
                      <a:schemeClr val="accent2">
                        <a:lumMod val="50000"/>
                      </a:schemeClr>
                    </a:solidFill>
                  </a:rPr>
                  <a:t> recolor and push-up violations; done or transform to other cases.</a:t>
                </a:r>
              </a:p>
              <a:p>
                <a:pPr marL="936000" lvl="2">
                  <a:spcBef>
                    <a:spcPts val="0"/>
                  </a:spcBef>
                </a:pP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3:</a:t>
                </a:r>
                <a:r>
                  <a:rPr lang="en-US" sz="1800" dirty="0">
                    <a:solidFill>
                      <a:schemeClr val="accent2">
                        <a:lumMod val="50000"/>
                      </a:schemeClr>
                    </a:solidFill>
                  </a:rPr>
                  <a:t> rotate and recolor; transform to Case 4.</a:t>
                </a:r>
              </a:p>
              <a:p>
                <a:pPr marL="936000" lvl="2">
                  <a:spcBef>
                    <a:spcPts val="0"/>
                  </a:spcBef>
                </a:pPr>
                <a:r>
                  <a:rPr lang="en-US" sz="1800" b="1" dirty="0">
                    <a:solidFill>
                      <a:schemeClr val="accent2">
                        <a:lumMod val="50000"/>
                      </a:schemeClr>
                    </a:solidFill>
                  </a:rPr>
                  <a:t>Case 4:</a:t>
                </a:r>
                <a:r>
                  <a:rPr lang="en-US" sz="1800" dirty="0">
                    <a:solidFill>
                      <a:schemeClr val="accent2">
                        <a:lumMod val="50000"/>
                      </a:schemeClr>
                    </a:solidFill>
                  </a:rPr>
                  <a:t> rotate and recolor; then done.</a:t>
                </a:r>
              </a:p>
              <a:p>
                <a:pPr marL="21600">
                  <a:spcBef>
                    <a:spcPts val="600"/>
                  </a:spcBef>
                </a:pPr>
                <a:r>
                  <a:rPr lang="en-US" sz="2600" dirty="0">
                    <a:solidFill>
                      <a:srgbClr val="C00000"/>
                    </a:solidFill>
                  </a:rPr>
                  <a:t>Time complexity of </a:t>
                </a:r>
                <a:r>
                  <a:rPr lang="en-US" sz="2600" b="1" dirty="0">
                    <a:solidFill>
                      <a:srgbClr val="C00000"/>
                    </a:solidFill>
                  </a:rPr>
                  <a:t>Remove</a:t>
                </a:r>
                <a:r>
                  <a:rPr lang="en-US" sz="2600" dirty="0">
                    <a:solidFill>
                      <a:srgbClr val="C00000"/>
                    </a:solidFill>
                  </a:rPr>
                  <a:t> operation?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 time. 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  <a:t>(For each case,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  <a:t> time, either done or push-up violation.)</a:t>
                </a:r>
                <a:endParaRPr lang="en-US" sz="2000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rotations. </a:t>
                </a: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</a:rPr>
                  <a:t>[</a:t>
                </a:r>
                <a:r>
                  <a:rPr lang="en-US" sz="1800" b="1" dirty="0">
                    <a:solidFill>
                      <a:schemeClr val="bg2">
                        <a:lumMod val="50000"/>
                      </a:schemeClr>
                    </a:solidFill>
                  </a:rPr>
                  <a:t>Remove</a:t>
                </a: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</a:rPr>
                  <a:t> has limited impact on tree shape.]</a:t>
                </a:r>
                <a:b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accent1">
                        <a:lumMod val="75000"/>
                      </a:schemeClr>
                    </a:solidFill>
                  </a:rPr>
                  <a:t>(Entering Case 2 from Case 1 will finish the fixing process.)</a:t>
                </a:r>
                <a:endParaRPr lang="en-US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1DD832F-031F-43C3-8694-737823A40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  <a:blipFill>
                <a:blip r:embed="rId3"/>
                <a:stretch>
                  <a:fillRect l="-1074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8BD9C1-B324-488A-9877-A3AB095C1848}"/>
                  </a:ext>
                </a:extLst>
              </p:cNvPr>
              <p:cNvSpPr txBox="1"/>
              <p:nvPr/>
            </p:nvSpPr>
            <p:spPr>
              <a:xfrm>
                <a:off x="6386050" y="1690689"/>
                <a:ext cx="2364660" cy="40862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8BD9C1-B324-488A-9877-A3AB095C1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050" y="1690689"/>
                <a:ext cx="2364660" cy="408623"/>
              </a:xfrm>
              <a:prstGeom prst="roundRect">
                <a:avLst/>
              </a:prstGeom>
              <a:blipFill>
                <a:blip r:embed="rId4"/>
                <a:stretch>
                  <a:fillRect r="-1292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BCC765A-2AA8-4FE4-A71A-61FE7A295060}"/>
                  </a:ext>
                </a:extLst>
              </p:cNvPr>
              <p:cNvSpPr txBox="1"/>
              <p:nvPr/>
            </p:nvSpPr>
            <p:spPr>
              <a:xfrm>
                <a:off x="6312308" y="2403528"/>
                <a:ext cx="2364660" cy="40862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24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BCC765A-2AA8-4FE4-A71A-61FE7A295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308" y="2403528"/>
                <a:ext cx="2364660" cy="408623"/>
              </a:xfrm>
              <a:prstGeom prst="roundRect">
                <a:avLst/>
              </a:prstGeom>
              <a:blipFill>
                <a:blip r:embed="rId5"/>
                <a:stretch>
                  <a:fillRect r="-1289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68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4231220"/>
                  </p:ext>
                </p:extLst>
              </p:nvPr>
            </p:nvGraphicFramePr>
            <p:xfrm>
              <a:off x="720000" y="1690689"/>
              <a:ext cx="7704000" cy="29088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27867395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4231220"/>
                  </p:ext>
                </p:extLst>
              </p:nvPr>
            </p:nvGraphicFramePr>
            <p:xfrm>
              <a:off x="720000" y="1690689"/>
              <a:ext cx="7704000" cy="29088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52941" r="-200000" b="-2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52941" r="-100707" b="-2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52941" r="-352" b="-2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154074" r="-200000" b="-10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154074" r="-100707" b="-10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154074" r="-352" b="-105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252206" r="-200000" b="-51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252206" r="-100707" b="-51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252206" r="-352" b="-51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67395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7C8B5D46-7D42-43DA-8386-EF17AD6AD296}"/>
              </a:ext>
            </a:extLst>
          </p:cNvPr>
          <p:cNvSpPr txBox="1"/>
          <p:nvPr/>
        </p:nvSpPr>
        <p:spPr>
          <a:xfrm>
            <a:off x="1993025" y="5160256"/>
            <a:ext cx="5157950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Efficiency versus Simplicity</a:t>
            </a:r>
          </a:p>
        </p:txBody>
      </p:sp>
    </p:spTree>
    <p:extLst>
      <p:ext uri="{BB962C8B-B14F-4D97-AF65-F5344CB8AC3E}">
        <p14:creationId xmlns:p14="http://schemas.microsoft.com/office/powerpoint/2010/main" val="3156698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6DD309E-6C37-4F25-A06F-9B8925267869}"/>
              </a:ext>
            </a:extLst>
          </p:cNvPr>
          <p:cNvSpPr/>
          <p:nvPr/>
        </p:nvSpPr>
        <p:spPr>
          <a:xfrm>
            <a:off x="628650" y="4365659"/>
            <a:ext cx="3236768" cy="4675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9FED7AC-21EE-479D-B96A-6CEED622CCC2}"/>
              </a:ext>
            </a:extLst>
          </p:cNvPr>
          <p:cNvSpPr/>
          <p:nvPr/>
        </p:nvSpPr>
        <p:spPr>
          <a:xfrm>
            <a:off x="628650" y="2826886"/>
            <a:ext cx="4327814" cy="46759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29028F-71F1-44EE-8A02-80222313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“Balanced” </a:t>
            </a:r>
            <a:r>
              <a:rPr lang="en-US" strike="sngStrike" dirty="0"/>
              <a:t>Binary</a:t>
            </a:r>
            <a:r>
              <a:rPr lang="en-US" dirty="0"/>
              <a:t> Search Trees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7A42E-0000-412C-A2B6-05CE21F0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AVL 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(Adelson-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Velsii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&amp; Landis, 1962)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/>
              <a:t>B-tree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(Bayer &amp; McCreight, 1970)</a:t>
            </a:r>
          </a:p>
          <a:p>
            <a:r>
              <a:rPr lang="en-US" dirty="0"/>
              <a:t>Red-black 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(Bayer, 1972)</a:t>
            </a:r>
          </a:p>
          <a:p>
            <a:r>
              <a:rPr lang="en-US" dirty="0"/>
              <a:t>Splay tree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Sleator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Tarjan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, 1985)</a:t>
            </a:r>
          </a:p>
          <a:p>
            <a:r>
              <a:rPr lang="en-US" dirty="0" err="1"/>
              <a:t>Treap</a:t>
            </a:r>
            <a:r>
              <a:rPr lang="en-US" dirty="0"/>
              <a:t>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(Seidel &amp; Aragon, 1996)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Skip list</a:t>
            </a:r>
            <a:r>
              <a:rPr lang="en-US" dirty="0"/>
              <a:t>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(Pugh, 1989)</a:t>
            </a:r>
            <a:r>
              <a:rPr lang="en-US" dirty="0"/>
              <a:t> </a:t>
            </a:r>
          </a:p>
          <a:p>
            <a:r>
              <a:rPr lang="en-US" dirty="0"/>
              <a:t>and so on …</a:t>
            </a:r>
          </a:p>
        </p:txBody>
      </p:sp>
    </p:spTree>
    <p:extLst>
      <p:ext uri="{BB962C8B-B14F-4D97-AF65-F5344CB8AC3E}">
        <p14:creationId xmlns:p14="http://schemas.microsoft.com/office/powerpoint/2010/main" val="3179153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SkipList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85BE911-1BEE-49D7-A553-D480069BD97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95152030"/>
                  </p:ext>
                </p:extLst>
              </p:nvPr>
            </p:nvGraphicFramePr>
            <p:xfrm>
              <a:off x="720000" y="1686209"/>
              <a:ext cx="7704000" cy="864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85BE911-1BEE-49D7-A553-D480069BD97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95152030"/>
                  </p:ext>
                </p:extLst>
              </p:nvPr>
            </p:nvGraphicFramePr>
            <p:xfrm>
              <a:off x="720000" y="1686209"/>
              <a:ext cx="7704000" cy="864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102817" r="-200000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102817" r="-100707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102817" r="-352" b="-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062" name="组合 2061">
            <a:extLst>
              <a:ext uri="{FF2B5EF4-FFF2-40B4-BE49-F238E27FC236}">
                <a16:creationId xmlns:a16="http://schemas.microsoft.com/office/drawing/2014/main" id="{20F98EDB-7010-4E12-AA99-83CF74EE786D}"/>
              </a:ext>
            </a:extLst>
          </p:cNvPr>
          <p:cNvGrpSpPr/>
          <p:nvPr/>
        </p:nvGrpSpPr>
        <p:grpSpPr>
          <a:xfrm>
            <a:off x="628650" y="5274265"/>
            <a:ext cx="7495465" cy="493096"/>
            <a:chOff x="628650" y="5680439"/>
            <a:chExt cx="7495465" cy="49309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51D081C-E075-4183-9E16-E25A117C8656}"/>
                </a:ext>
              </a:extLst>
            </p:cNvPr>
            <p:cNvSpPr/>
            <p:nvPr/>
          </p:nvSpPr>
          <p:spPr>
            <a:xfrm>
              <a:off x="1826464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FE10605-8396-4E4F-8D51-70A6BB622BB3}"/>
                </a:ext>
              </a:extLst>
            </p:cNvPr>
            <p:cNvSpPr/>
            <p:nvPr/>
          </p:nvSpPr>
          <p:spPr>
            <a:xfrm>
              <a:off x="2676955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C7ACBB3-0A1D-4EC5-86D5-99F7F82DEEF3}"/>
                </a:ext>
              </a:extLst>
            </p:cNvPr>
            <p:cNvSpPr/>
            <p:nvPr/>
          </p:nvSpPr>
          <p:spPr>
            <a:xfrm>
              <a:off x="3527446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1D5DC50-819E-4A86-9F3A-F69A12C714A0}"/>
                </a:ext>
              </a:extLst>
            </p:cNvPr>
            <p:cNvSpPr/>
            <p:nvPr/>
          </p:nvSpPr>
          <p:spPr>
            <a:xfrm>
              <a:off x="4377937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1EC60FA-F8BD-4311-8159-2CA624D250E2}"/>
                </a:ext>
              </a:extLst>
            </p:cNvPr>
            <p:cNvSpPr/>
            <p:nvPr/>
          </p:nvSpPr>
          <p:spPr>
            <a:xfrm>
              <a:off x="5228428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C576891-8D75-4A71-A0C4-56CFD236FA0B}"/>
                </a:ext>
              </a:extLst>
            </p:cNvPr>
            <p:cNvSpPr/>
            <p:nvPr/>
          </p:nvSpPr>
          <p:spPr>
            <a:xfrm>
              <a:off x="6078919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35CC547-1FFD-490F-BEC2-4D282550884B}"/>
                </a:ext>
              </a:extLst>
            </p:cNvPr>
            <p:cNvSpPr/>
            <p:nvPr/>
          </p:nvSpPr>
          <p:spPr>
            <a:xfrm>
              <a:off x="6929410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25E92C9-C992-455A-BBD5-ED54608571E8}"/>
                </a:ext>
              </a:extLst>
            </p:cNvPr>
            <p:cNvSpPr/>
            <p:nvPr/>
          </p:nvSpPr>
          <p:spPr>
            <a:xfrm>
              <a:off x="7779901" y="5743522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</a:p>
          </p:txBody>
        </p:sp>
        <p:pic>
          <p:nvPicPr>
            <p:cNvPr id="2050" name="Picture 2" descr="Image result for bus clipart">
              <a:extLst>
                <a:ext uri="{FF2B5EF4-FFF2-40B4-BE49-F238E27FC236}">
                  <a16:creationId xmlns:a16="http://schemas.microsoft.com/office/drawing/2014/main" id="{07B46977-C797-45B4-BB7A-F0FA66DE06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72" b="16251"/>
            <a:stretch/>
          </p:blipFill>
          <p:spPr bwMode="auto">
            <a:xfrm>
              <a:off x="628650" y="5680439"/>
              <a:ext cx="869546" cy="493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B73D8406-FBC3-4325-A378-313C2B70EAAB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170678" y="5915629"/>
              <a:ext cx="5062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90DA7195-016C-4CB1-911D-CB36CD242B50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3021169" y="5915629"/>
              <a:ext cx="5062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149B5941-226F-4328-9BF4-F0470105CDFA}"/>
                </a:ext>
              </a:extLst>
            </p:cNvPr>
            <p:cNvCxnSpPr/>
            <p:nvPr/>
          </p:nvCxnSpPr>
          <p:spPr>
            <a:xfrm>
              <a:off x="3871660" y="5915629"/>
              <a:ext cx="5062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38695F09-20F1-4D3F-8D5E-68E530737F5F}"/>
                </a:ext>
              </a:extLst>
            </p:cNvPr>
            <p:cNvCxnSpPr/>
            <p:nvPr/>
          </p:nvCxnSpPr>
          <p:spPr>
            <a:xfrm>
              <a:off x="4722151" y="5926987"/>
              <a:ext cx="5062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3BF3E3CF-BF2D-47C7-8753-A75155BBEFB4}"/>
                </a:ext>
              </a:extLst>
            </p:cNvPr>
            <p:cNvCxnSpPr/>
            <p:nvPr/>
          </p:nvCxnSpPr>
          <p:spPr>
            <a:xfrm>
              <a:off x="5572642" y="5928513"/>
              <a:ext cx="5062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D983B088-931B-4DD0-B1BE-89DE324657D7}"/>
                </a:ext>
              </a:extLst>
            </p:cNvPr>
            <p:cNvCxnSpPr/>
            <p:nvPr/>
          </p:nvCxnSpPr>
          <p:spPr>
            <a:xfrm>
              <a:off x="6423133" y="5926987"/>
              <a:ext cx="5062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45975E1-6E82-4424-B5DE-EBE22FDB3B31}"/>
                </a:ext>
              </a:extLst>
            </p:cNvPr>
            <p:cNvCxnSpPr/>
            <p:nvPr/>
          </p:nvCxnSpPr>
          <p:spPr>
            <a:xfrm>
              <a:off x="7273624" y="5926987"/>
              <a:ext cx="5062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箭头: 上 18">
            <a:extLst>
              <a:ext uri="{FF2B5EF4-FFF2-40B4-BE49-F238E27FC236}">
                <a16:creationId xmlns:a16="http://schemas.microsoft.com/office/drawing/2014/main" id="{983F692F-503B-47A3-B494-DE06C9918AF0}"/>
              </a:ext>
            </a:extLst>
          </p:cNvPr>
          <p:cNvSpPr/>
          <p:nvPr/>
        </p:nvSpPr>
        <p:spPr>
          <a:xfrm>
            <a:off x="6134330" y="5742486"/>
            <a:ext cx="233391" cy="344214"/>
          </a:xfrm>
          <a:prstGeom prst="up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1" name="组合 2060">
            <a:extLst>
              <a:ext uri="{FF2B5EF4-FFF2-40B4-BE49-F238E27FC236}">
                <a16:creationId xmlns:a16="http://schemas.microsoft.com/office/drawing/2014/main" id="{8099D0C0-B459-43A5-A3DD-0DFE978BA333}"/>
              </a:ext>
            </a:extLst>
          </p:cNvPr>
          <p:cNvGrpSpPr/>
          <p:nvPr/>
        </p:nvGrpSpPr>
        <p:grpSpPr>
          <a:xfrm>
            <a:off x="628650" y="4382753"/>
            <a:ext cx="7495465" cy="493096"/>
            <a:chOff x="628650" y="4788927"/>
            <a:chExt cx="7495465" cy="493096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7523517-DFA1-4BB2-911B-AD4CFA0783B9}"/>
                </a:ext>
              </a:extLst>
            </p:cNvPr>
            <p:cNvSpPr/>
            <p:nvPr/>
          </p:nvSpPr>
          <p:spPr>
            <a:xfrm>
              <a:off x="1826464" y="4852010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F6E349C-F4F6-462F-B382-9B8E074B9C9D}"/>
                </a:ext>
              </a:extLst>
            </p:cNvPr>
            <p:cNvSpPr/>
            <p:nvPr/>
          </p:nvSpPr>
          <p:spPr>
            <a:xfrm>
              <a:off x="3527446" y="4852010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485AF12-D43C-499B-B2D6-58618E638583}"/>
                </a:ext>
              </a:extLst>
            </p:cNvPr>
            <p:cNvSpPr/>
            <p:nvPr/>
          </p:nvSpPr>
          <p:spPr>
            <a:xfrm>
              <a:off x="5228428" y="4852010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2D0B76B8-3338-4BC9-9166-76521F31B2A3}"/>
                </a:ext>
              </a:extLst>
            </p:cNvPr>
            <p:cNvSpPr/>
            <p:nvPr/>
          </p:nvSpPr>
          <p:spPr>
            <a:xfrm>
              <a:off x="7779901" y="4852010"/>
              <a:ext cx="344214" cy="34421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8C0DFA8-620A-4F2B-9D75-C39A202A6B20}"/>
                </a:ext>
              </a:extLst>
            </p:cNvPr>
            <p:cNvCxnSpPr>
              <a:cxnSpLocks/>
              <a:stCxn id="26" idx="6"/>
              <a:endCxn id="28" idx="2"/>
            </p:cNvCxnSpPr>
            <p:nvPr/>
          </p:nvCxnSpPr>
          <p:spPr>
            <a:xfrm>
              <a:off x="2170678" y="5024117"/>
              <a:ext cx="13567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79F73076-6B63-4832-A38E-2FE3456F3CD9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>
              <a:off x="3871660" y="5024117"/>
              <a:ext cx="13567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8143C3D5-3708-4FDC-AA3B-FB3E2B67B350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5572642" y="5024117"/>
              <a:ext cx="2207259" cy="128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2" descr="Image result for bus clipart">
              <a:extLst>
                <a:ext uri="{FF2B5EF4-FFF2-40B4-BE49-F238E27FC236}">
                  <a16:creationId xmlns:a16="http://schemas.microsoft.com/office/drawing/2014/main" id="{ED7D1045-E6A5-4C67-824C-24ED4EE0C1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72" b="16251"/>
            <a:stretch/>
          </p:blipFill>
          <p:spPr bwMode="auto">
            <a:xfrm>
              <a:off x="628650" y="4788927"/>
              <a:ext cx="869546" cy="493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63" name="组合 2062">
            <a:extLst>
              <a:ext uri="{FF2B5EF4-FFF2-40B4-BE49-F238E27FC236}">
                <a16:creationId xmlns:a16="http://schemas.microsoft.com/office/drawing/2014/main" id="{A87F0644-027B-409A-A5B1-3CE026BC65C7}"/>
              </a:ext>
            </a:extLst>
          </p:cNvPr>
          <p:cNvGrpSpPr/>
          <p:nvPr/>
        </p:nvGrpSpPr>
        <p:grpSpPr>
          <a:xfrm>
            <a:off x="1998570" y="4798802"/>
            <a:ext cx="5953437" cy="547298"/>
            <a:chOff x="1998572" y="4778691"/>
            <a:chExt cx="5953437" cy="547298"/>
          </a:xfrm>
        </p:grpSpPr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DA054BF-D0FF-482A-81BE-C3013C872A36}"/>
                </a:ext>
              </a:extLst>
            </p:cNvPr>
            <p:cNvCxnSpPr>
              <a:cxnSpLocks/>
              <a:stCxn id="28" idx="4"/>
              <a:endCxn id="8" idx="0"/>
            </p:cNvCxnSpPr>
            <p:nvPr/>
          </p:nvCxnSpPr>
          <p:spPr>
            <a:xfrm>
              <a:off x="3699554" y="4778691"/>
              <a:ext cx="0" cy="547298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40856A96-D000-4786-8009-802EE9F590BF}"/>
                </a:ext>
              </a:extLst>
            </p:cNvPr>
            <p:cNvCxnSpPr>
              <a:cxnSpLocks/>
              <a:stCxn id="30" idx="4"/>
              <a:endCxn id="10" idx="0"/>
            </p:cNvCxnSpPr>
            <p:nvPr/>
          </p:nvCxnSpPr>
          <p:spPr>
            <a:xfrm>
              <a:off x="5400536" y="4778691"/>
              <a:ext cx="0" cy="547298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601F87D7-7386-46EB-98F1-236D8EE5EF27}"/>
                </a:ext>
              </a:extLst>
            </p:cNvPr>
            <p:cNvCxnSpPr>
              <a:cxnSpLocks/>
              <a:stCxn id="33" idx="4"/>
              <a:endCxn id="13" idx="0"/>
            </p:cNvCxnSpPr>
            <p:nvPr/>
          </p:nvCxnSpPr>
          <p:spPr>
            <a:xfrm>
              <a:off x="7952009" y="4778691"/>
              <a:ext cx="0" cy="547298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85FE1A03-9003-40E5-9E7B-64E1989B9269}"/>
                </a:ext>
              </a:extLst>
            </p:cNvPr>
            <p:cNvCxnSpPr>
              <a:cxnSpLocks/>
              <a:stCxn id="26" idx="4"/>
              <a:endCxn id="6" idx="0"/>
            </p:cNvCxnSpPr>
            <p:nvPr/>
          </p:nvCxnSpPr>
          <p:spPr>
            <a:xfrm>
              <a:off x="1998572" y="4778691"/>
              <a:ext cx="0" cy="547298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4" name="文本框 2063">
            <a:extLst>
              <a:ext uri="{FF2B5EF4-FFF2-40B4-BE49-F238E27FC236}">
                <a16:creationId xmlns:a16="http://schemas.microsoft.com/office/drawing/2014/main" id="{4E1B818E-CBBC-4F79-9864-362EE9A34C94}"/>
              </a:ext>
            </a:extLst>
          </p:cNvPr>
          <p:cNvSpPr txBox="1"/>
          <p:nvPr/>
        </p:nvSpPr>
        <p:spPr>
          <a:xfrm>
            <a:off x="720000" y="2828797"/>
            <a:ext cx="6209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Q:</a:t>
            </a:r>
            <a:r>
              <a:rPr lang="en-US" sz="2000" dirty="0"/>
              <a:t> Why sorted linked-list is slow?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A:</a:t>
            </a:r>
            <a:r>
              <a:rPr lang="en-US" sz="2000" dirty="0"/>
              <a:t> To reach an element, you have to move from </a:t>
            </a:r>
            <a:br>
              <a:rPr lang="en-US" sz="2000" dirty="0"/>
            </a:br>
            <a:r>
              <a:rPr lang="en-US" sz="2000" dirty="0"/>
              <a:t>current position to destination </a:t>
            </a:r>
            <a:r>
              <a:rPr lang="en-US" sz="2000" b="1" u="sng" dirty="0"/>
              <a:t>one element at a time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559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6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SkipList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85BE911-1BEE-49D7-A553-D480069BD97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20000" y="1686209"/>
              <a:ext cx="7704000" cy="864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85BE911-1BEE-49D7-A553-D480069BD97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20000" y="1686209"/>
              <a:ext cx="7704000" cy="864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102817" r="-200000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102817" r="-100707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102817" r="-352" b="-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64" name="文本框 2063">
            <a:extLst>
              <a:ext uri="{FF2B5EF4-FFF2-40B4-BE49-F238E27FC236}">
                <a16:creationId xmlns:a16="http://schemas.microsoft.com/office/drawing/2014/main" id="{4E1B818E-CBBC-4F79-9864-362EE9A34C94}"/>
              </a:ext>
            </a:extLst>
          </p:cNvPr>
          <p:cNvSpPr txBox="1"/>
          <p:nvPr/>
        </p:nvSpPr>
        <p:spPr>
          <a:xfrm>
            <a:off x="720000" y="2828797"/>
            <a:ext cx="6209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Q:</a:t>
            </a:r>
            <a:r>
              <a:rPr lang="en-US" sz="2000" dirty="0"/>
              <a:t> Why sorted linked-list is slow?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A:</a:t>
            </a:r>
            <a:r>
              <a:rPr lang="en-US" sz="2000" dirty="0"/>
              <a:t> To reach an element, you have to move from </a:t>
            </a:r>
            <a:br>
              <a:rPr lang="en-US" sz="2000" dirty="0"/>
            </a:br>
            <a:r>
              <a:rPr lang="en-US" sz="2000" dirty="0"/>
              <a:t>current position to destination </a:t>
            </a:r>
            <a:r>
              <a:rPr lang="en-US" sz="2000" b="1" u="sng" dirty="0"/>
              <a:t>one element at a time</a:t>
            </a:r>
            <a:r>
              <a:rPr lang="en-US" sz="2000" dirty="0"/>
              <a:t>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9190A5-31D3-4BE6-812E-7E798033E780}"/>
              </a:ext>
            </a:extLst>
          </p:cNvPr>
          <p:cNvSpPr txBox="1"/>
          <p:nvPr/>
        </p:nvSpPr>
        <p:spPr>
          <a:xfrm>
            <a:off x="720000" y="3892215"/>
            <a:ext cx="3692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Let’s build an “expressway”!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A8079-B2C0-45C1-A42E-4250525515B8}"/>
              </a:ext>
            </a:extLst>
          </p:cNvPr>
          <p:cNvSpPr/>
          <p:nvPr/>
        </p:nvSpPr>
        <p:spPr>
          <a:xfrm>
            <a:off x="72000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7CE09B-02E8-42EA-B9E8-DC9F3A438C71}"/>
              </a:ext>
            </a:extLst>
          </p:cNvPr>
          <p:cNvSpPr/>
          <p:nvPr/>
        </p:nvSpPr>
        <p:spPr>
          <a:xfrm>
            <a:off x="1560658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493A6D-15D7-48E6-B631-19C36F4AD97E}"/>
              </a:ext>
            </a:extLst>
          </p:cNvPr>
          <p:cNvSpPr/>
          <p:nvPr/>
        </p:nvSpPr>
        <p:spPr>
          <a:xfrm>
            <a:off x="2401316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25AF6B3-2F04-4EB4-AD39-9415195B1E5A}"/>
              </a:ext>
            </a:extLst>
          </p:cNvPr>
          <p:cNvSpPr/>
          <p:nvPr/>
        </p:nvSpPr>
        <p:spPr>
          <a:xfrm>
            <a:off x="324689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F7E44C9-7BC2-4370-BDCB-669FB0973940}"/>
              </a:ext>
            </a:extLst>
          </p:cNvPr>
          <p:cNvSpPr/>
          <p:nvPr/>
        </p:nvSpPr>
        <p:spPr>
          <a:xfrm>
            <a:off x="4087548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F9867EC-7BF7-45E7-B621-0507859C73C5}"/>
              </a:ext>
            </a:extLst>
          </p:cNvPr>
          <p:cNvSpPr/>
          <p:nvPr/>
        </p:nvSpPr>
        <p:spPr>
          <a:xfrm>
            <a:off x="4928206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6786133-6F49-49AF-800F-F1C9D123112B}"/>
              </a:ext>
            </a:extLst>
          </p:cNvPr>
          <p:cNvSpPr/>
          <p:nvPr/>
        </p:nvSpPr>
        <p:spPr>
          <a:xfrm>
            <a:off x="5768864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DAA8171-BA80-4BCF-B7C8-12CFACECE4F3}"/>
              </a:ext>
            </a:extLst>
          </p:cNvPr>
          <p:cNvSpPr/>
          <p:nvPr/>
        </p:nvSpPr>
        <p:spPr>
          <a:xfrm>
            <a:off x="6609522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6A627BF-7D04-4360-A6AA-5860EB506646}"/>
              </a:ext>
            </a:extLst>
          </p:cNvPr>
          <p:cNvSpPr/>
          <p:nvPr/>
        </p:nvSpPr>
        <p:spPr>
          <a:xfrm>
            <a:off x="7450180" y="61782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1D0EA0-EF52-42C2-A82D-3D4679205A88}"/>
              </a:ext>
            </a:extLst>
          </p:cNvPr>
          <p:cNvSpPr/>
          <p:nvPr/>
        </p:nvSpPr>
        <p:spPr>
          <a:xfrm>
            <a:off x="8289208" y="61782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964DDE3-268F-4196-B090-EC8BE0C16339}"/>
              </a:ext>
            </a:extLst>
          </p:cNvPr>
          <p:cNvSpPr/>
          <p:nvPr/>
        </p:nvSpPr>
        <p:spPr>
          <a:xfrm>
            <a:off x="720000" y="551150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D1AC25-C42E-44C8-BF33-683F15C7EC38}"/>
              </a:ext>
            </a:extLst>
          </p:cNvPr>
          <p:cNvSpPr/>
          <p:nvPr/>
        </p:nvSpPr>
        <p:spPr>
          <a:xfrm>
            <a:off x="2403561" y="5511503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BA6A790-24F1-4629-B4C4-796D29D62EEC}"/>
              </a:ext>
            </a:extLst>
          </p:cNvPr>
          <p:cNvSpPr/>
          <p:nvPr/>
        </p:nvSpPr>
        <p:spPr>
          <a:xfrm>
            <a:off x="4087548" y="551150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9C42904-803D-4407-8515-7A3A09F90801}"/>
              </a:ext>
            </a:extLst>
          </p:cNvPr>
          <p:cNvSpPr/>
          <p:nvPr/>
        </p:nvSpPr>
        <p:spPr>
          <a:xfrm>
            <a:off x="5768864" y="55115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AF1D0DE-4C90-4A72-A76C-943EBFE21477}"/>
              </a:ext>
            </a:extLst>
          </p:cNvPr>
          <p:cNvSpPr/>
          <p:nvPr/>
        </p:nvSpPr>
        <p:spPr>
          <a:xfrm>
            <a:off x="7450180" y="55115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05EBBAE-E9EA-4B30-A756-F8CB650F4A40}"/>
              </a:ext>
            </a:extLst>
          </p:cNvPr>
          <p:cNvSpPr/>
          <p:nvPr/>
        </p:nvSpPr>
        <p:spPr>
          <a:xfrm>
            <a:off x="8289208" y="5511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22E2691-FF97-4DDA-BBBE-8DBA6B84FD0C}"/>
              </a:ext>
            </a:extLst>
          </p:cNvPr>
          <p:cNvCxnSpPr>
            <a:cxnSpLocks/>
            <a:stCxn id="3" idx="3"/>
            <a:endCxn id="43" idx="1"/>
          </p:cNvCxnSpPr>
          <p:nvPr/>
        </p:nvCxnSpPr>
        <p:spPr>
          <a:xfrm>
            <a:off x="117228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3A1EF55-2BF2-4475-8DB7-9801DF9B088D}"/>
              </a:ext>
            </a:extLst>
          </p:cNvPr>
          <p:cNvCxnSpPr>
            <a:cxnSpLocks/>
          </p:cNvCxnSpPr>
          <p:nvPr/>
        </p:nvCxnSpPr>
        <p:spPr>
          <a:xfrm>
            <a:off x="201294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0823166-118D-4369-AFB7-C431038AC26C}"/>
              </a:ext>
            </a:extLst>
          </p:cNvPr>
          <p:cNvCxnSpPr>
            <a:cxnSpLocks/>
          </p:cNvCxnSpPr>
          <p:nvPr/>
        </p:nvCxnSpPr>
        <p:spPr>
          <a:xfrm>
            <a:off x="285360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FCAA81E-1750-4195-A349-DA2C87096FC2}"/>
              </a:ext>
            </a:extLst>
          </p:cNvPr>
          <p:cNvCxnSpPr>
            <a:cxnSpLocks/>
          </p:cNvCxnSpPr>
          <p:nvPr/>
        </p:nvCxnSpPr>
        <p:spPr>
          <a:xfrm>
            <a:off x="369917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C986E9D-4235-458C-869A-1BAFC87B9078}"/>
              </a:ext>
            </a:extLst>
          </p:cNvPr>
          <p:cNvCxnSpPr>
            <a:cxnSpLocks/>
          </p:cNvCxnSpPr>
          <p:nvPr/>
        </p:nvCxnSpPr>
        <p:spPr>
          <a:xfrm>
            <a:off x="453983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7B5C391-E7DB-4AAE-8E86-F54E093CC7D2}"/>
              </a:ext>
            </a:extLst>
          </p:cNvPr>
          <p:cNvCxnSpPr>
            <a:cxnSpLocks/>
          </p:cNvCxnSpPr>
          <p:nvPr/>
        </p:nvCxnSpPr>
        <p:spPr>
          <a:xfrm>
            <a:off x="538049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87FC8B0-5DE2-4A9E-842C-4F6CCB3DE663}"/>
              </a:ext>
            </a:extLst>
          </p:cNvPr>
          <p:cNvCxnSpPr>
            <a:cxnSpLocks/>
          </p:cNvCxnSpPr>
          <p:nvPr/>
        </p:nvCxnSpPr>
        <p:spPr>
          <a:xfrm>
            <a:off x="6221148" y="6324393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8A5A07A-292A-4472-BCDD-3DB850F3CE64}"/>
              </a:ext>
            </a:extLst>
          </p:cNvPr>
          <p:cNvCxnSpPr>
            <a:cxnSpLocks/>
          </p:cNvCxnSpPr>
          <p:nvPr/>
        </p:nvCxnSpPr>
        <p:spPr>
          <a:xfrm>
            <a:off x="7061806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484977FA-5C00-4A9A-96E9-CD07D9868ECF}"/>
              </a:ext>
            </a:extLst>
          </p:cNvPr>
          <p:cNvCxnSpPr>
            <a:cxnSpLocks/>
          </p:cNvCxnSpPr>
          <p:nvPr/>
        </p:nvCxnSpPr>
        <p:spPr>
          <a:xfrm>
            <a:off x="790246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A57C341-834C-486D-A025-6AD445E9FCF7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1172284" y="5668820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8574E29-BCD4-47FF-A546-2559EA4DBDBA}"/>
              </a:ext>
            </a:extLst>
          </p:cNvPr>
          <p:cNvCxnSpPr>
            <a:cxnSpLocks/>
          </p:cNvCxnSpPr>
          <p:nvPr/>
        </p:nvCxnSpPr>
        <p:spPr>
          <a:xfrm flipV="1">
            <a:off x="2851355" y="5668815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A104E98E-307E-48FC-A203-6C776E48860B}"/>
              </a:ext>
            </a:extLst>
          </p:cNvPr>
          <p:cNvCxnSpPr>
            <a:cxnSpLocks/>
          </p:cNvCxnSpPr>
          <p:nvPr/>
        </p:nvCxnSpPr>
        <p:spPr>
          <a:xfrm flipV="1">
            <a:off x="4538709" y="5674249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29DAF88-EC03-488B-BB0D-308BC3E4E51C}"/>
              </a:ext>
            </a:extLst>
          </p:cNvPr>
          <p:cNvCxnSpPr>
            <a:cxnSpLocks/>
          </p:cNvCxnSpPr>
          <p:nvPr/>
        </p:nvCxnSpPr>
        <p:spPr>
          <a:xfrm flipV="1">
            <a:off x="6213774" y="5664417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4F513C7-05E5-4649-A402-27A2A69DB579}"/>
              </a:ext>
            </a:extLst>
          </p:cNvPr>
          <p:cNvCxnSpPr>
            <a:cxnSpLocks/>
            <a:stCxn id="61" idx="1"/>
            <a:endCxn id="60" idx="3"/>
          </p:cNvCxnSpPr>
          <p:nvPr/>
        </p:nvCxnSpPr>
        <p:spPr>
          <a:xfrm flipH="1">
            <a:off x="7902464" y="5668816"/>
            <a:ext cx="386744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07968C-C070-4C3D-BA37-E6764022FA68}"/>
              </a:ext>
            </a:extLst>
          </p:cNvPr>
          <p:cNvCxnSpPr>
            <a:cxnSpLocks/>
            <a:stCxn id="57" idx="2"/>
            <a:endCxn id="44" idx="0"/>
          </p:cNvCxnSpPr>
          <p:nvPr/>
        </p:nvCxnSpPr>
        <p:spPr>
          <a:xfrm flipH="1">
            <a:off x="2627458" y="5826136"/>
            <a:ext cx="2245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3045250-26DF-4FF5-B48A-C51F31777245}"/>
              </a:ext>
            </a:extLst>
          </p:cNvPr>
          <p:cNvCxnSpPr>
            <a:cxnSpLocks/>
            <a:stCxn id="58" idx="2"/>
            <a:endCxn id="47" idx="0"/>
          </p:cNvCxnSpPr>
          <p:nvPr/>
        </p:nvCxnSpPr>
        <p:spPr>
          <a:xfrm>
            <a:off x="4313690" y="5826135"/>
            <a:ext cx="0" cy="35210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B762047-4C5F-460B-A6F9-13C330958FE2}"/>
              </a:ext>
            </a:extLst>
          </p:cNvPr>
          <p:cNvCxnSpPr>
            <a:cxnSpLocks/>
            <a:stCxn id="59" idx="2"/>
            <a:endCxn id="50" idx="0"/>
          </p:cNvCxnSpPr>
          <p:nvPr/>
        </p:nvCxnSpPr>
        <p:spPr>
          <a:xfrm>
            <a:off x="5995006" y="582613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E291E39B-2359-4D21-8E4B-FF532C3614BE}"/>
              </a:ext>
            </a:extLst>
          </p:cNvPr>
          <p:cNvCxnSpPr>
            <a:cxnSpLocks/>
            <a:stCxn id="60" idx="2"/>
            <a:endCxn id="52" idx="0"/>
          </p:cNvCxnSpPr>
          <p:nvPr/>
        </p:nvCxnSpPr>
        <p:spPr>
          <a:xfrm>
            <a:off x="7676322" y="58261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29E8DEB-AC0D-4031-A9FF-E6A53DC9B083}"/>
              </a:ext>
            </a:extLst>
          </p:cNvPr>
          <p:cNvCxnSpPr>
            <a:cxnSpLocks/>
            <a:stCxn id="55" idx="2"/>
            <a:endCxn id="3" idx="0"/>
          </p:cNvCxnSpPr>
          <p:nvPr/>
        </p:nvCxnSpPr>
        <p:spPr>
          <a:xfrm>
            <a:off x="946142" y="5826137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715CA81-D6F9-44CD-9FDA-2449AA350F32}"/>
              </a:ext>
            </a:extLst>
          </p:cNvPr>
          <p:cNvCxnSpPr>
            <a:cxnSpLocks/>
            <a:stCxn id="61" idx="2"/>
            <a:endCxn id="54" idx="0"/>
          </p:cNvCxnSpPr>
          <p:nvPr/>
        </p:nvCxnSpPr>
        <p:spPr>
          <a:xfrm>
            <a:off x="8515350" y="58261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FE31B51F-2016-41FD-97D3-58A9975C5B2D}"/>
              </a:ext>
            </a:extLst>
          </p:cNvPr>
          <p:cNvSpPr txBox="1"/>
          <p:nvPr/>
        </p:nvSpPr>
        <p:spPr>
          <a:xfrm>
            <a:off x="720000" y="4954077"/>
            <a:ext cx="2477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search for 8.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9C719E4-E837-4305-851B-FB2D985EF80F}"/>
              </a:ext>
            </a:extLst>
          </p:cNvPr>
          <p:cNvSpPr txBox="1"/>
          <p:nvPr/>
        </p:nvSpPr>
        <p:spPr>
          <a:xfrm>
            <a:off x="4420019" y="3892214"/>
            <a:ext cx="4003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Search Cost is reduced by half!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7A218AE-1BE8-42DB-BC52-2CF7C912B6FC}"/>
              </a:ext>
            </a:extLst>
          </p:cNvPr>
          <p:cNvSpPr txBox="1"/>
          <p:nvPr/>
        </p:nvSpPr>
        <p:spPr>
          <a:xfrm>
            <a:off x="720000" y="4371139"/>
            <a:ext cx="5232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Why stop at one layer of “expressway”?!</a:t>
            </a:r>
          </a:p>
        </p:txBody>
      </p:sp>
      <p:sp>
        <p:nvSpPr>
          <p:cNvPr id="2066" name="矩形 2065">
            <a:extLst>
              <a:ext uri="{FF2B5EF4-FFF2-40B4-BE49-F238E27FC236}">
                <a16:creationId xmlns:a16="http://schemas.microsoft.com/office/drawing/2014/main" id="{2771FB4B-082D-49C4-9494-08B52C0D795B}"/>
              </a:ext>
            </a:extLst>
          </p:cNvPr>
          <p:cNvSpPr/>
          <p:nvPr/>
        </p:nvSpPr>
        <p:spPr>
          <a:xfrm>
            <a:off x="402508" y="5354187"/>
            <a:ext cx="8471199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indefinite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indefinite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indefinite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5" grpId="0"/>
      <p:bldP spid="97" grpId="0"/>
      <p:bldP spid="98" grpId="0"/>
      <p:bldP spid="206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SkipList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9190A5-31D3-4BE6-812E-7E798033E780}"/>
              </a:ext>
            </a:extLst>
          </p:cNvPr>
          <p:cNvSpPr txBox="1"/>
          <p:nvPr/>
        </p:nvSpPr>
        <p:spPr>
          <a:xfrm>
            <a:off x="628650" y="1754484"/>
            <a:ext cx="6342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Build multiple “expressways”:</a:t>
            </a:r>
          </a:p>
          <a:p>
            <a:r>
              <a:rPr lang="en-US" sz="2400" dirty="0">
                <a:solidFill>
                  <a:srgbClr val="C00000"/>
                </a:solidFill>
              </a:rPr>
              <a:t>Reduce number of elements by half at each level.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A8079-B2C0-45C1-A42E-4250525515B8}"/>
              </a:ext>
            </a:extLst>
          </p:cNvPr>
          <p:cNvSpPr/>
          <p:nvPr/>
        </p:nvSpPr>
        <p:spPr>
          <a:xfrm>
            <a:off x="72000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7CE09B-02E8-42EA-B9E8-DC9F3A438C71}"/>
              </a:ext>
            </a:extLst>
          </p:cNvPr>
          <p:cNvSpPr/>
          <p:nvPr/>
        </p:nvSpPr>
        <p:spPr>
          <a:xfrm>
            <a:off x="1560658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493A6D-15D7-48E6-B631-19C36F4AD97E}"/>
              </a:ext>
            </a:extLst>
          </p:cNvPr>
          <p:cNvSpPr/>
          <p:nvPr/>
        </p:nvSpPr>
        <p:spPr>
          <a:xfrm>
            <a:off x="2401316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25AF6B3-2F04-4EB4-AD39-9415195B1E5A}"/>
              </a:ext>
            </a:extLst>
          </p:cNvPr>
          <p:cNvSpPr/>
          <p:nvPr/>
        </p:nvSpPr>
        <p:spPr>
          <a:xfrm>
            <a:off x="324689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F7E44C9-7BC2-4370-BDCB-669FB0973940}"/>
              </a:ext>
            </a:extLst>
          </p:cNvPr>
          <p:cNvSpPr/>
          <p:nvPr/>
        </p:nvSpPr>
        <p:spPr>
          <a:xfrm>
            <a:off x="4087548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F9867EC-7BF7-45E7-B621-0507859C73C5}"/>
              </a:ext>
            </a:extLst>
          </p:cNvPr>
          <p:cNvSpPr/>
          <p:nvPr/>
        </p:nvSpPr>
        <p:spPr>
          <a:xfrm>
            <a:off x="4928206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6786133-6F49-49AF-800F-F1C9D123112B}"/>
              </a:ext>
            </a:extLst>
          </p:cNvPr>
          <p:cNvSpPr/>
          <p:nvPr/>
        </p:nvSpPr>
        <p:spPr>
          <a:xfrm>
            <a:off x="5768864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DAA8171-BA80-4BCF-B7C8-12CFACECE4F3}"/>
              </a:ext>
            </a:extLst>
          </p:cNvPr>
          <p:cNvSpPr/>
          <p:nvPr/>
        </p:nvSpPr>
        <p:spPr>
          <a:xfrm>
            <a:off x="6609522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6A627BF-7D04-4360-A6AA-5860EB506646}"/>
              </a:ext>
            </a:extLst>
          </p:cNvPr>
          <p:cNvSpPr/>
          <p:nvPr/>
        </p:nvSpPr>
        <p:spPr>
          <a:xfrm>
            <a:off x="7450180" y="61782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1D0EA0-EF52-42C2-A82D-3D4679205A88}"/>
              </a:ext>
            </a:extLst>
          </p:cNvPr>
          <p:cNvSpPr/>
          <p:nvPr/>
        </p:nvSpPr>
        <p:spPr>
          <a:xfrm>
            <a:off x="8289208" y="61782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964DDE3-268F-4196-B090-EC8BE0C16339}"/>
              </a:ext>
            </a:extLst>
          </p:cNvPr>
          <p:cNvSpPr/>
          <p:nvPr/>
        </p:nvSpPr>
        <p:spPr>
          <a:xfrm>
            <a:off x="720000" y="551150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D1AC25-C42E-44C8-BF33-683F15C7EC38}"/>
              </a:ext>
            </a:extLst>
          </p:cNvPr>
          <p:cNvSpPr/>
          <p:nvPr/>
        </p:nvSpPr>
        <p:spPr>
          <a:xfrm>
            <a:off x="2403561" y="5511503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BA6A790-24F1-4629-B4C4-796D29D62EEC}"/>
              </a:ext>
            </a:extLst>
          </p:cNvPr>
          <p:cNvSpPr/>
          <p:nvPr/>
        </p:nvSpPr>
        <p:spPr>
          <a:xfrm>
            <a:off x="4087548" y="551150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9C42904-803D-4407-8515-7A3A09F90801}"/>
              </a:ext>
            </a:extLst>
          </p:cNvPr>
          <p:cNvSpPr/>
          <p:nvPr/>
        </p:nvSpPr>
        <p:spPr>
          <a:xfrm>
            <a:off x="5768864" y="55115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AF1D0DE-4C90-4A72-A76C-943EBFE21477}"/>
              </a:ext>
            </a:extLst>
          </p:cNvPr>
          <p:cNvSpPr/>
          <p:nvPr/>
        </p:nvSpPr>
        <p:spPr>
          <a:xfrm>
            <a:off x="7450180" y="55115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05EBBAE-E9EA-4B30-A756-F8CB650F4A40}"/>
              </a:ext>
            </a:extLst>
          </p:cNvPr>
          <p:cNvSpPr/>
          <p:nvPr/>
        </p:nvSpPr>
        <p:spPr>
          <a:xfrm>
            <a:off x="8289208" y="5511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22E2691-FF97-4DDA-BBBE-8DBA6B84FD0C}"/>
              </a:ext>
            </a:extLst>
          </p:cNvPr>
          <p:cNvCxnSpPr>
            <a:cxnSpLocks/>
            <a:stCxn id="3" idx="3"/>
            <a:endCxn id="43" idx="1"/>
          </p:cNvCxnSpPr>
          <p:nvPr/>
        </p:nvCxnSpPr>
        <p:spPr>
          <a:xfrm>
            <a:off x="117228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3A1EF55-2BF2-4475-8DB7-9801DF9B088D}"/>
              </a:ext>
            </a:extLst>
          </p:cNvPr>
          <p:cNvCxnSpPr>
            <a:cxnSpLocks/>
          </p:cNvCxnSpPr>
          <p:nvPr/>
        </p:nvCxnSpPr>
        <p:spPr>
          <a:xfrm>
            <a:off x="201294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0823166-118D-4369-AFB7-C431038AC26C}"/>
              </a:ext>
            </a:extLst>
          </p:cNvPr>
          <p:cNvCxnSpPr>
            <a:cxnSpLocks/>
          </p:cNvCxnSpPr>
          <p:nvPr/>
        </p:nvCxnSpPr>
        <p:spPr>
          <a:xfrm>
            <a:off x="285360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FCAA81E-1750-4195-A349-DA2C87096FC2}"/>
              </a:ext>
            </a:extLst>
          </p:cNvPr>
          <p:cNvCxnSpPr>
            <a:cxnSpLocks/>
          </p:cNvCxnSpPr>
          <p:nvPr/>
        </p:nvCxnSpPr>
        <p:spPr>
          <a:xfrm>
            <a:off x="369917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C986E9D-4235-458C-869A-1BAFC87B9078}"/>
              </a:ext>
            </a:extLst>
          </p:cNvPr>
          <p:cNvCxnSpPr>
            <a:cxnSpLocks/>
          </p:cNvCxnSpPr>
          <p:nvPr/>
        </p:nvCxnSpPr>
        <p:spPr>
          <a:xfrm>
            <a:off x="453983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7B5C391-E7DB-4AAE-8E86-F54E093CC7D2}"/>
              </a:ext>
            </a:extLst>
          </p:cNvPr>
          <p:cNvCxnSpPr>
            <a:cxnSpLocks/>
          </p:cNvCxnSpPr>
          <p:nvPr/>
        </p:nvCxnSpPr>
        <p:spPr>
          <a:xfrm>
            <a:off x="538049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87FC8B0-5DE2-4A9E-842C-4F6CCB3DE663}"/>
              </a:ext>
            </a:extLst>
          </p:cNvPr>
          <p:cNvCxnSpPr>
            <a:cxnSpLocks/>
          </p:cNvCxnSpPr>
          <p:nvPr/>
        </p:nvCxnSpPr>
        <p:spPr>
          <a:xfrm>
            <a:off x="6221148" y="6324393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8A5A07A-292A-4472-BCDD-3DB850F3CE64}"/>
              </a:ext>
            </a:extLst>
          </p:cNvPr>
          <p:cNvCxnSpPr>
            <a:cxnSpLocks/>
          </p:cNvCxnSpPr>
          <p:nvPr/>
        </p:nvCxnSpPr>
        <p:spPr>
          <a:xfrm>
            <a:off x="7061806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484977FA-5C00-4A9A-96E9-CD07D9868ECF}"/>
              </a:ext>
            </a:extLst>
          </p:cNvPr>
          <p:cNvCxnSpPr>
            <a:cxnSpLocks/>
          </p:cNvCxnSpPr>
          <p:nvPr/>
        </p:nvCxnSpPr>
        <p:spPr>
          <a:xfrm>
            <a:off x="790246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A57C341-834C-486D-A025-6AD445E9FCF7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1172284" y="5668820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8574E29-BCD4-47FF-A546-2559EA4DBDBA}"/>
              </a:ext>
            </a:extLst>
          </p:cNvPr>
          <p:cNvCxnSpPr>
            <a:cxnSpLocks/>
          </p:cNvCxnSpPr>
          <p:nvPr/>
        </p:nvCxnSpPr>
        <p:spPr>
          <a:xfrm flipV="1">
            <a:off x="2851355" y="5668815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A104E98E-307E-48FC-A203-6C776E48860B}"/>
              </a:ext>
            </a:extLst>
          </p:cNvPr>
          <p:cNvCxnSpPr>
            <a:cxnSpLocks/>
          </p:cNvCxnSpPr>
          <p:nvPr/>
        </p:nvCxnSpPr>
        <p:spPr>
          <a:xfrm flipV="1">
            <a:off x="4538709" y="5674249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29DAF88-EC03-488B-BB0D-308BC3E4E51C}"/>
              </a:ext>
            </a:extLst>
          </p:cNvPr>
          <p:cNvCxnSpPr>
            <a:cxnSpLocks/>
          </p:cNvCxnSpPr>
          <p:nvPr/>
        </p:nvCxnSpPr>
        <p:spPr>
          <a:xfrm flipV="1">
            <a:off x="6213774" y="5664417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4F513C7-05E5-4649-A402-27A2A69DB579}"/>
              </a:ext>
            </a:extLst>
          </p:cNvPr>
          <p:cNvCxnSpPr>
            <a:cxnSpLocks/>
            <a:stCxn id="61" idx="1"/>
            <a:endCxn id="60" idx="3"/>
          </p:cNvCxnSpPr>
          <p:nvPr/>
        </p:nvCxnSpPr>
        <p:spPr>
          <a:xfrm flipH="1">
            <a:off x="7902464" y="5668816"/>
            <a:ext cx="386744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07968C-C070-4C3D-BA37-E6764022FA68}"/>
              </a:ext>
            </a:extLst>
          </p:cNvPr>
          <p:cNvCxnSpPr>
            <a:cxnSpLocks/>
            <a:stCxn id="57" idx="2"/>
            <a:endCxn id="44" idx="0"/>
          </p:cNvCxnSpPr>
          <p:nvPr/>
        </p:nvCxnSpPr>
        <p:spPr>
          <a:xfrm flipH="1">
            <a:off x="2627458" y="5826136"/>
            <a:ext cx="2245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3045250-26DF-4FF5-B48A-C51F31777245}"/>
              </a:ext>
            </a:extLst>
          </p:cNvPr>
          <p:cNvCxnSpPr>
            <a:cxnSpLocks/>
            <a:stCxn id="58" idx="2"/>
            <a:endCxn id="47" idx="0"/>
          </p:cNvCxnSpPr>
          <p:nvPr/>
        </p:nvCxnSpPr>
        <p:spPr>
          <a:xfrm>
            <a:off x="4313690" y="5826135"/>
            <a:ext cx="0" cy="35210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B762047-4C5F-460B-A6F9-13C330958FE2}"/>
              </a:ext>
            </a:extLst>
          </p:cNvPr>
          <p:cNvCxnSpPr>
            <a:cxnSpLocks/>
            <a:stCxn id="59" idx="2"/>
            <a:endCxn id="50" idx="0"/>
          </p:cNvCxnSpPr>
          <p:nvPr/>
        </p:nvCxnSpPr>
        <p:spPr>
          <a:xfrm>
            <a:off x="5995006" y="582613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E291E39B-2359-4D21-8E4B-FF532C3614BE}"/>
              </a:ext>
            </a:extLst>
          </p:cNvPr>
          <p:cNvCxnSpPr>
            <a:cxnSpLocks/>
            <a:stCxn id="60" idx="2"/>
            <a:endCxn id="52" idx="0"/>
          </p:cNvCxnSpPr>
          <p:nvPr/>
        </p:nvCxnSpPr>
        <p:spPr>
          <a:xfrm>
            <a:off x="7676322" y="58261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29E8DEB-AC0D-4031-A9FF-E6A53DC9B083}"/>
              </a:ext>
            </a:extLst>
          </p:cNvPr>
          <p:cNvCxnSpPr>
            <a:cxnSpLocks/>
            <a:stCxn id="55" idx="2"/>
            <a:endCxn id="3" idx="0"/>
          </p:cNvCxnSpPr>
          <p:nvPr/>
        </p:nvCxnSpPr>
        <p:spPr>
          <a:xfrm>
            <a:off x="946142" y="5826137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715CA81-D6F9-44CD-9FDA-2449AA350F32}"/>
              </a:ext>
            </a:extLst>
          </p:cNvPr>
          <p:cNvCxnSpPr>
            <a:cxnSpLocks/>
            <a:stCxn id="61" idx="2"/>
            <a:endCxn id="54" idx="0"/>
          </p:cNvCxnSpPr>
          <p:nvPr/>
        </p:nvCxnSpPr>
        <p:spPr>
          <a:xfrm>
            <a:off x="8515350" y="58261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FE31B51F-2016-41FD-97D3-58A9975C5B2D}"/>
              </a:ext>
            </a:extLst>
          </p:cNvPr>
          <p:cNvSpPr txBox="1"/>
          <p:nvPr/>
        </p:nvSpPr>
        <p:spPr>
          <a:xfrm>
            <a:off x="628650" y="3617628"/>
            <a:ext cx="3087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 One: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search for 15.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88EA240-1306-423B-A5AA-0D0D587EC5D3}"/>
              </a:ext>
            </a:extLst>
          </p:cNvPr>
          <p:cNvSpPr/>
          <p:nvPr/>
        </p:nvSpPr>
        <p:spPr>
          <a:xfrm>
            <a:off x="4082632" y="484475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FDFB49E-9D6D-4BE2-A5EC-B9F0F1C9C8A9}"/>
              </a:ext>
            </a:extLst>
          </p:cNvPr>
          <p:cNvSpPr/>
          <p:nvPr/>
        </p:nvSpPr>
        <p:spPr>
          <a:xfrm>
            <a:off x="7445051" y="48462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D8DB8DF-9575-4C8C-866F-59C9DDE2EA53}"/>
              </a:ext>
            </a:extLst>
          </p:cNvPr>
          <p:cNvSpPr/>
          <p:nvPr/>
        </p:nvSpPr>
        <p:spPr>
          <a:xfrm>
            <a:off x="720000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E8B57C7-0BE6-4A9C-B1A0-F2F3BE291D56}"/>
              </a:ext>
            </a:extLst>
          </p:cNvPr>
          <p:cNvSpPr/>
          <p:nvPr/>
        </p:nvSpPr>
        <p:spPr>
          <a:xfrm>
            <a:off x="8289208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40A6A51-153E-4831-BE75-571320B9A801}"/>
              </a:ext>
            </a:extLst>
          </p:cNvPr>
          <p:cNvSpPr/>
          <p:nvPr/>
        </p:nvSpPr>
        <p:spPr>
          <a:xfrm>
            <a:off x="7445051" y="417506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6EEE31C-5A30-4B6F-B1BD-D4A9A1F6494E}"/>
              </a:ext>
            </a:extLst>
          </p:cNvPr>
          <p:cNvSpPr/>
          <p:nvPr/>
        </p:nvSpPr>
        <p:spPr>
          <a:xfrm>
            <a:off x="8289208" y="417505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21D84DD-D270-457F-AA84-C902F598F657}"/>
              </a:ext>
            </a:extLst>
          </p:cNvPr>
          <p:cNvSpPr/>
          <p:nvPr/>
        </p:nvSpPr>
        <p:spPr>
          <a:xfrm>
            <a:off x="720000" y="417505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38A7FED-1961-49A9-9B38-0ADF50CA8845}"/>
              </a:ext>
            </a:extLst>
          </p:cNvPr>
          <p:cNvCxnSpPr>
            <a:cxnSpLocks/>
            <a:stCxn id="56" idx="3"/>
            <a:endCxn id="48" idx="1"/>
          </p:cNvCxnSpPr>
          <p:nvPr/>
        </p:nvCxnSpPr>
        <p:spPr>
          <a:xfrm>
            <a:off x="1172284" y="5002072"/>
            <a:ext cx="2910348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C3FDA6B-4D37-4AA1-A49D-F3F67412699A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4534916" y="5002073"/>
            <a:ext cx="2910135" cy="144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DE2BFCB8-3DEC-45CB-B0A0-03D58A4635A7}"/>
              </a:ext>
            </a:extLst>
          </p:cNvPr>
          <p:cNvCxnSpPr>
            <a:cxnSpLocks/>
            <a:stCxn id="53" idx="3"/>
            <a:endCxn id="76" idx="1"/>
          </p:cNvCxnSpPr>
          <p:nvPr/>
        </p:nvCxnSpPr>
        <p:spPr>
          <a:xfrm flipV="1">
            <a:off x="7897335" y="5002072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2113CD31-8E1D-4CB7-B2AD-F4F54BBEDC97}"/>
              </a:ext>
            </a:extLst>
          </p:cNvPr>
          <p:cNvCxnSpPr>
            <a:cxnSpLocks/>
            <a:stCxn id="80" idx="3"/>
            <a:endCxn id="77" idx="1"/>
          </p:cNvCxnSpPr>
          <p:nvPr/>
        </p:nvCxnSpPr>
        <p:spPr>
          <a:xfrm>
            <a:off x="1172284" y="4332375"/>
            <a:ext cx="6272767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B98C900-2EEB-4B00-A17B-8A5447F74FF5}"/>
              </a:ext>
            </a:extLst>
          </p:cNvPr>
          <p:cNvCxnSpPr>
            <a:cxnSpLocks/>
          </p:cNvCxnSpPr>
          <p:nvPr/>
        </p:nvCxnSpPr>
        <p:spPr>
          <a:xfrm flipV="1">
            <a:off x="7897334" y="4339726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728858BD-321D-42A2-9152-ACA6BB86C8D3}"/>
              </a:ext>
            </a:extLst>
          </p:cNvPr>
          <p:cNvCxnSpPr>
            <a:cxnSpLocks/>
          </p:cNvCxnSpPr>
          <p:nvPr/>
        </p:nvCxnSpPr>
        <p:spPr>
          <a:xfrm>
            <a:off x="851535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BEB0BD0-0825-475B-BF23-CAFF093F3295}"/>
              </a:ext>
            </a:extLst>
          </p:cNvPr>
          <p:cNvCxnSpPr>
            <a:cxnSpLocks/>
          </p:cNvCxnSpPr>
          <p:nvPr/>
        </p:nvCxnSpPr>
        <p:spPr>
          <a:xfrm>
            <a:off x="8515350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4A22C551-D526-4FA4-8BAB-378D1564A01B}"/>
              </a:ext>
            </a:extLst>
          </p:cNvPr>
          <p:cNvCxnSpPr>
            <a:cxnSpLocks/>
          </p:cNvCxnSpPr>
          <p:nvPr/>
        </p:nvCxnSpPr>
        <p:spPr>
          <a:xfrm>
            <a:off x="94614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E688FE18-B5DD-42BA-96E1-8784487AA370}"/>
              </a:ext>
            </a:extLst>
          </p:cNvPr>
          <p:cNvCxnSpPr>
            <a:cxnSpLocks/>
            <a:stCxn id="80" idx="2"/>
            <a:endCxn id="56" idx="0"/>
          </p:cNvCxnSpPr>
          <p:nvPr/>
        </p:nvCxnSpPr>
        <p:spPr>
          <a:xfrm>
            <a:off x="946142" y="4489691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C3E3B5D-20B8-42F9-984B-0D97388378AB}"/>
              </a:ext>
            </a:extLst>
          </p:cNvPr>
          <p:cNvCxnSpPr>
            <a:cxnSpLocks/>
          </p:cNvCxnSpPr>
          <p:nvPr/>
        </p:nvCxnSpPr>
        <p:spPr>
          <a:xfrm>
            <a:off x="7676322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F9AC469-DE00-493E-8E66-A3387115E293}"/>
              </a:ext>
            </a:extLst>
          </p:cNvPr>
          <p:cNvCxnSpPr>
            <a:cxnSpLocks/>
          </p:cNvCxnSpPr>
          <p:nvPr/>
        </p:nvCxnSpPr>
        <p:spPr>
          <a:xfrm>
            <a:off x="767632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9C5E9085-1462-47B9-93F3-23E03879C6EE}"/>
              </a:ext>
            </a:extLst>
          </p:cNvPr>
          <p:cNvCxnSpPr>
            <a:cxnSpLocks/>
          </p:cNvCxnSpPr>
          <p:nvPr/>
        </p:nvCxnSpPr>
        <p:spPr>
          <a:xfrm>
            <a:off x="431369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55794E3B-473C-407D-BB76-07BF73CEB102}"/>
              </a:ext>
            </a:extLst>
          </p:cNvPr>
          <p:cNvSpPr txBox="1"/>
          <p:nvPr/>
        </p:nvSpPr>
        <p:spPr>
          <a:xfrm>
            <a:off x="4082632" y="3617628"/>
            <a:ext cx="3093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 Two: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search for 14.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2FEBB5-678A-4E48-839D-790BF9868410}"/>
              </a:ext>
            </a:extLst>
          </p:cNvPr>
          <p:cNvSpPr txBox="1"/>
          <p:nvPr/>
        </p:nvSpPr>
        <p:spPr>
          <a:xfrm>
            <a:off x="628650" y="2652865"/>
            <a:ext cx="7138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This is just binary search: reduce search range by half at each level.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65FB4246-1656-4255-9657-82964945B65F}"/>
                  </a:ext>
                </a:extLst>
              </p:cNvPr>
              <p:cNvSpPr txBox="1"/>
              <p:nvPr/>
            </p:nvSpPr>
            <p:spPr>
              <a:xfrm>
                <a:off x="628650" y="3009885"/>
                <a:ext cx="84287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This is very efficient: spend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time at each level,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levels in total.</a:t>
                </a: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65FB4246-1656-4255-9657-82964945B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09885"/>
                <a:ext cx="8428782" cy="400110"/>
              </a:xfrm>
              <a:prstGeom prst="rect">
                <a:avLst/>
              </a:prstGeom>
              <a:blipFill>
                <a:blip r:embed="rId2"/>
                <a:stretch>
                  <a:fillRect l="-723" t="-9231" r="-578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18D253AE-296B-434A-82A7-C73935ACB666}"/>
              </a:ext>
            </a:extLst>
          </p:cNvPr>
          <p:cNvSpPr/>
          <p:nvPr/>
        </p:nvSpPr>
        <p:spPr>
          <a:xfrm>
            <a:off x="1184969" y="4098575"/>
            <a:ext cx="6260079" cy="467591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E774CAAF-3F0C-43C1-A136-58445230E465}"/>
              </a:ext>
            </a:extLst>
          </p:cNvPr>
          <p:cNvSpPr/>
          <p:nvPr/>
        </p:nvSpPr>
        <p:spPr>
          <a:xfrm>
            <a:off x="4534917" y="4773707"/>
            <a:ext cx="2910132" cy="467591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DD2D1CC6-8460-4704-96E6-10435F37CF99}"/>
              </a:ext>
            </a:extLst>
          </p:cNvPr>
          <p:cNvSpPr/>
          <p:nvPr/>
        </p:nvSpPr>
        <p:spPr>
          <a:xfrm>
            <a:off x="6232514" y="5430621"/>
            <a:ext cx="1212534" cy="467591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5E90012-0E86-41F5-AFFE-F60983DA628B}"/>
                  </a:ext>
                </a:extLst>
              </p:cNvPr>
              <p:cNvSpPr txBox="1"/>
              <p:nvPr/>
            </p:nvSpPr>
            <p:spPr>
              <a:xfrm>
                <a:off x="3150794" y="360723"/>
                <a:ext cx="5590698" cy="52322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Search can be done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time.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5E90012-0E86-41F5-AFFE-F60983DA6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794" y="360723"/>
                <a:ext cx="559069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B93F5897-FF01-4847-AECA-2C71585088F3}"/>
                  </a:ext>
                </a:extLst>
              </p:cNvPr>
              <p:cNvSpPr txBox="1"/>
              <p:nvPr/>
            </p:nvSpPr>
            <p:spPr>
              <a:xfrm>
                <a:off x="3150794" y="1052754"/>
                <a:ext cx="3568349" cy="523220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Space complexity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≈2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B93F5897-FF01-4847-AECA-2C7158508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794" y="1052754"/>
                <a:ext cx="35683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06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5" grpId="0"/>
      <p:bldP spid="100" grpId="0"/>
      <p:bldP spid="16" grpId="0"/>
      <p:bldP spid="101" grpId="0"/>
      <p:bldP spid="102" grpId="0" animBg="1"/>
      <p:bldP spid="103" grpId="0" animBg="1"/>
      <p:bldP spid="104" grpId="0" animBg="1"/>
      <p:bldP spid="17" grpId="0" animBg="1"/>
      <p:bldP spid="10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SkipList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A8079-B2C0-45C1-A42E-4250525515B8}"/>
              </a:ext>
            </a:extLst>
          </p:cNvPr>
          <p:cNvSpPr/>
          <p:nvPr/>
        </p:nvSpPr>
        <p:spPr>
          <a:xfrm>
            <a:off x="72000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7CE09B-02E8-42EA-B9E8-DC9F3A438C71}"/>
              </a:ext>
            </a:extLst>
          </p:cNvPr>
          <p:cNvSpPr/>
          <p:nvPr/>
        </p:nvSpPr>
        <p:spPr>
          <a:xfrm>
            <a:off x="1560658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493A6D-15D7-48E6-B631-19C36F4AD97E}"/>
              </a:ext>
            </a:extLst>
          </p:cNvPr>
          <p:cNvSpPr/>
          <p:nvPr/>
        </p:nvSpPr>
        <p:spPr>
          <a:xfrm>
            <a:off x="2401316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25AF6B3-2F04-4EB4-AD39-9415195B1E5A}"/>
              </a:ext>
            </a:extLst>
          </p:cNvPr>
          <p:cNvSpPr/>
          <p:nvPr/>
        </p:nvSpPr>
        <p:spPr>
          <a:xfrm>
            <a:off x="324689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F7E44C9-7BC2-4370-BDCB-669FB0973940}"/>
              </a:ext>
            </a:extLst>
          </p:cNvPr>
          <p:cNvSpPr/>
          <p:nvPr/>
        </p:nvSpPr>
        <p:spPr>
          <a:xfrm>
            <a:off x="4087548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F9867EC-7BF7-45E7-B621-0507859C73C5}"/>
              </a:ext>
            </a:extLst>
          </p:cNvPr>
          <p:cNvSpPr/>
          <p:nvPr/>
        </p:nvSpPr>
        <p:spPr>
          <a:xfrm>
            <a:off x="4928206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6786133-6F49-49AF-800F-F1C9D123112B}"/>
              </a:ext>
            </a:extLst>
          </p:cNvPr>
          <p:cNvSpPr/>
          <p:nvPr/>
        </p:nvSpPr>
        <p:spPr>
          <a:xfrm>
            <a:off x="5768864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DAA8171-BA80-4BCF-B7C8-12CFACECE4F3}"/>
              </a:ext>
            </a:extLst>
          </p:cNvPr>
          <p:cNvSpPr/>
          <p:nvPr/>
        </p:nvSpPr>
        <p:spPr>
          <a:xfrm>
            <a:off x="6609522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6A627BF-7D04-4360-A6AA-5860EB506646}"/>
              </a:ext>
            </a:extLst>
          </p:cNvPr>
          <p:cNvSpPr/>
          <p:nvPr/>
        </p:nvSpPr>
        <p:spPr>
          <a:xfrm>
            <a:off x="7450180" y="61782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1D0EA0-EF52-42C2-A82D-3D4679205A88}"/>
              </a:ext>
            </a:extLst>
          </p:cNvPr>
          <p:cNvSpPr/>
          <p:nvPr/>
        </p:nvSpPr>
        <p:spPr>
          <a:xfrm>
            <a:off x="8289208" y="61782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964DDE3-268F-4196-B090-EC8BE0C16339}"/>
              </a:ext>
            </a:extLst>
          </p:cNvPr>
          <p:cNvSpPr/>
          <p:nvPr/>
        </p:nvSpPr>
        <p:spPr>
          <a:xfrm>
            <a:off x="720000" y="551150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D1AC25-C42E-44C8-BF33-683F15C7EC38}"/>
              </a:ext>
            </a:extLst>
          </p:cNvPr>
          <p:cNvSpPr/>
          <p:nvPr/>
        </p:nvSpPr>
        <p:spPr>
          <a:xfrm>
            <a:off x="2403561" y="5511503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BA6A790-24F1-4629-B4C4-796D29D62EEC}"/>
              </a:ext>
            </a:extLst>
          </p:cNvPr>
          <p:cNvSpPr/>
          <p:nvPr/>
        </p:nvSpPr>
        <p:spPr>
          <a:xfrm>
            <a:off x="4087548" y="551150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9C42904-803D-4407-8515-7A3A09F90801}"/>
              </a:ext>
            </a:extLst>
          </p:cNvPr>
          <p:cNvSpPr/>
          <p:nvPr/>
        </p:nvSpPr>
        <p:spPr>
          <a:xfrm>
            <a:off x="5768864" y="55115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AF1D0DE-4C90-4A72-A76C-943EBFE21477}"/>
              </a:ext>
            </a:extLst>
          </p:cNvPr>
          <p:cNvSpPr/>
          <p:nvPr/>
        </p:nvSpPr>
        <p:spPr>
          <a:xfrm>
            <a:off x="7450180" y="55115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05EBBAE-E9EA-4B30-A756-F8CB650F4A40}"/>
              </a:ext>
            </a:extLst>
          </p:cNvPr>
          <p:cNvSpPr/>
          <p:nvPr/>
        </p:nvSpPr>
        <p:spPr>
          <a:xfrm>
            <a:off x="8289208" y="5511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22E2691-FF97-4DDA-BBBE-8DBA6B84FD0C}"/>
              </a:ext>
            </a:extLst>
          </p:cNvPr>
          <p:cNvCxnSpPr>
            <a:cxnSpLocks/>
            <a:stCxn id="3" idx="3"/>
            <a:endCxn id="43" idx="1"/>
          </p:cNvCxnSpPr>
          <p:nvPr/>
        </p:nvCxnSpPr>
        <p:spPr>
          <a:xfrm>
            <a:off x="117228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3A1EF55-2BF2-4475-8DB7-9801DF9B088D}"/>
              </a:ext>
            </a:extLst>
          </p:cNvPr>
          <p:cNvCxnSpPr>
            <a:cxnSpLocks/>
          </p:cNvCxnSpPr>
          <p:nvPr/>
        </p:nvCxnSpPr>
        <p:spPr>
          <a:xfrm>
            <a:off x="201294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0823166-118D-4369-AFB7-C431038AC26C}"/>
              </a:ext>
            </a:extLst>
          </p:cNvPr>
          <p:cNvCxnSpPr>
            <a:cxnSpLocks/>
          </p:cNvCxnSpPr>
          <p:nvPr/>
        </p:nvCxnSpPr>
        <p:spPr>
          <a:xfrm>
            <a:off x="285360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FCAA81E-1750-4195-A349-DA2C87096FC2}"/>
              </a:ext>
            </a:extLst>
          </p:cNvPr>
          <p:cNvCxnSpPr>
            <a:cxnSpLocks/>
          </p:cNvCxnSpPr>
          <p:nvPr/>
        </p:nvCxnSpPr>
        <p:spPr>
          <a:xfrm>
            <a:off x="369917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C986E9D-4235-458C-869A-1BAFC87B9078}"/>
              </a:ext>
            </a:extLst>
          </p:cNvPr>
          <p:cNvCxnSpPr>
            <a:cxnSpLocks/>
          </p:cNvCxnSpPr>
          <p:nvPr/>
        </p:nvCxnSpPr>
        <p:spPr>
          <a:xfrm>
            <a:off x="453983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7B5C391-E7DB-4AAE-8E86-F54E093CC7D2}"/>
              </a:ext>
            </a:extLst>
          </p:cNvPr>
          <p:cNvCxnSpPr>
            <a:cxnSpLocks/>
          </p:cNvCxnSpPr>
          <p:nvPr/>
        </p:nvCxnSpPr>
        <p:spPr>
          <a:xfrm>
            <a:off x="538049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87FC8B0-5DE2-4A9E-842C-4F6CCB3DE663}"/>
              </a:ext>
            </a:extLst>
          </p:cNvPr>
          <p:cNvCxnSpPr>
            <a:cxnSpLocks/>
          </p:cNvCxnSpPr>
          <p:nvPr/>
        </p:nvCxnSpPr>
        <p:spPr>
          <a:xfrm>
            <a:off x="6221148" y="6324393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8A5A07A-292A-4472-BCDD-3DB850F3CE64}"/>
              </a:ext>
            </a:extLst>
          </p:cNvPr>
          <p:cNvCxnSpPr>
            <a:cxnSpLocks/>
          </p:cNvCxnSpPr>
          <p:nvPr/>
        </p:nvCxnSpPr>
        <p:spPr>
          <a:xfrm>
            <a:off x="7061806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484977FA-5C00-4A9A-96E9-CD07D9868ECF}"/>
              </a:ext>
            </a:extLst>
          </p:cNvPr>
          <p:cNvCxnSpPr>
            <a:cxnSpLocks/>
          </p:cNvCxnSpPr>
          <p:nvPr/>
        </p:nvCxnSpPr>
        <p:spPr>
          <a:xfrm>
            <a:off x="790246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A57C341-834C-486D-A025-6AD445E9FCF7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1172284" y="5668820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8574E29-BCD4-47FF-A546-2559EA4DBDBA}"/>
              </a:ext>
            </a:extLst>
          </p:cNvPr>
          <p:cNvCxnSpPr>
            <a:cxnSpLocks/>
          </p:cNvCxnSpPr>
          <p:nvPr/>
        </p:nvCxnSpPr>
        <p:spPr>
          <a:xfrm flipV="1">
            <a:off x="2851355" y="5668815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A104E98E-307E-48FC-A203-6C776E48860B}"/>
              </a:ext>
            </a:extLst>
          </p:cNvPr>
          <p:cNvCxnSpPr>
            <a:cxnSpLocks/>
          </p:cNvCxnSpPr>
          <p:nvPr/>
        </p:nvCxnSpPr>
        <p:spPr>
          <a:xfrm flipV="1">
            <a:off x="4538709" y="5674249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29DAF88-EC03-488B-BB0D-308BC3E4E51C}"/>
              </a:ext>
            </a:extLst>
          </p:cNvPr>
          <p:cNvCxnSpPr>
            <a:cxnSpLocks/>
          </p:cNvCxnSpPr>
          <p:nvPr/>
        </p:nvCxnSpPr>
        <p:spPr>
          <a:xfrm flipV="1">
            <a:off x="6213774" y="5664417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4F513C7-05E5-4649-A402-27A2A69DB579}"/>
              </a:ext>
            </a:extLst>
          </p:cNvPr>
          <p:cNvCxnSpPr>
            <a:cxnSpLocks/>
            <a:stCxn id="61" idx="1"/>
            <a:endCxn id="60" idx="3"/>
          </p:cNvCxnSpPr>
          <p:nvPr/>
        </p:nvCxnSpPr>
        <p:spPr>
          <a:xfrm flipH="1">
            <a:off x="7902464" y="5668816"/>
            <a:ext cx="386744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D07968C-C070-4C3D-BA37-E6764022FA68}"/>
              </a:ext>
            </a:extLst>
          </p:cNvPr>
          <p:cNvCxnSpPr>
            <a:cxnSpLocks/>
            <a:stCxn id="57" idx="2"/>
            <a:endCxn id="44" idx="0"/>
          </p:cNvCxnSpPr>
          <p:nvPr/>
        </p:nvCxnSpPr>
        <p:spPr>
          <a:xfrm flipH="1">
            <a:off x="2627458" y="5826136"/>
            <a:ext cx="2245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3045250-26DF-4FF5-B48A-C51F31777245}"/>
              </a:ext>
            </a:extLst>
          </p:cNvPr>
          <p:cNvCxnSpPr>
            <a:cxnSpLocks/>
            <a:stCxn id="58" idx="2"/>
            <a:endCxn id="47" idx="0"/>
          </p:cNvCxnSpPr>
          <p:nvPr/>
        </p:nvCxnSpPr>
        <p:spPr>
          <a:xfrm>
            <a:off x="4313690" y="5826135"/>
            <a:ext cx="0" cy="35210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B762047-4C5F-460B-A6F9-13C330958FE2}"/>
              </a:ext>
            </a:extLst>
          </p:cNvPr>
          <p:cNvCxnSpPr>
            <a:cxnSpLocks/>
            <a:stCxn id="59" idx="2"/>
            <a:endCxn id="50" idx="0"/>
          </p:cNvCxnSpPr>
          <p:nvPr/>
        </p:nvCxnSpPr>
        <p:spPr>
          <a:xfrm>
            <a:off x="5995006" y="582613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E291E39B-2359-4D21-8E4B-FF532C3614BE}"/>
              </a:ext>
            </a:extLst>
          </p:cNvPr>
          <p:cNvCxnSpPr>
            <a:cxnSpLocks/>
            <a:stCxn id="60" idx="2"/>
            <a:endCxn id="52" idx="0"/>
          </p:cNvCxnSpPr>
          <p:nvPr/>
        </p:nvCxnSpPr>
        <p:spPr>
          <a:xfrm>
            <a:off x="7676322" y="58261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29E8DEB-AC0D-4031-A9FF-E6A53DC9B083}"/>
              </a:ext>
            </a:extLst>
          </p:cNvPr>
          <p:cNvCxnSpPr>
            <a:cxnSpLocks/>
            <a:stCxn id="55" idx="2"/>
            <a:endCxn id="3" idx="0"/>
          </p:cNvCxnSpPr>
          <p:nvPr/>
        </p:nvCxnSpPr>
        <p:spPr>
          <a:xfrm>
            <a:off x="946142" y="5826137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715CA81-D6F9-44CD-9FDA-2449AA350F32}"/>
              </a:ext>
            </a:extLst>
          </p:cNvPr>
          <p:cNvCxnSpPr>
            <a:cxnSpLocks/>
            <a:stCxn id="61" idx="2"/>
            <a:endCxn id="54" idx="0"/>
          </p:cNvCxnSpPr>
          <p:nvPr/>
        </p:nvCxnSpPr>
        <p:spPr>
          <a:xfrm>
            <a:off x="8515350" y="58261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188EA240-1306-423B-A5AA-0D0D587EC5D3}"/>
              </a:ext>
            </a:extLst>
          </p:cNvPr>
          <p:cNvSpPr/>
          <p:nvPr/>
        </p:nvSpPr>
        <p:spPr>
          <a:xfrm>
            <a:off x="4082632" y="484475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FDFB49E-9D6D-4BE2-A5EC-B9F0F1C9C8A9}"/>
              </a:ext>
            </a:extLst>
          </p:cNvPr>
          <p:cNvSpPr/>
          <p:nvPr/>
        </p:nvSpPr>
        <p:spPr>
          <a:xfrm>
            <a:off x="7445051" y="48462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D8DB8DF-9575-4C8C-866F-59C9DDE2EA53}"/>
              </a:ext>
            </a:extLst>
          </p:cNvPr>
          <p:cNvSpPr/>
          <p:nvPr/>
        </p:nvSpPr>
        <p:spPr>
          <a:xfrm>
            <a:off x="720000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E8B57C7-0BE6-4A9C-B1A0-F2F3BE291D56}"/>
              </a:ext>
            </a:extLst>
          </p:cNvPr>
          <p:cNvSpPr/>
          <p:nvPr/>
        </p:nvSpPr>
        <p:spPr>
          <a:xfrm>
            <a:off x="8289208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40A6A51-153E-4831-BE75-571320B9A801}"/>
              </a:ext>
            </a:extLst>
          </p:cNvPr>
          <p:cNvSpPr/>
          <p:nvPr/>
        </p:nvSpPr>
        <p:spPr>
          <a:xfrm>
            <a:off x="7445051" y="417506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6EEE31C-5A30-4B6F-B1BD-D4A9A1F6494E}"/>
              </a:ext>
            </a:extLst>
          </p:cNvPr>
          <p:cNvSpPr/>
          <p:nvPr/>
        </p:nvSpPr>
        <p:spPr>
          <a:xfrm>
            <a:off x="8289208" y="417505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21D84DD-D270-457F-AA84-C902F598F657}"/>
              </a:ext>
            </a:extLst>
          </p:cNvPr>
          <p:cNvSpPr/>
          <p:nvPr/>
        </p:nvSpPr>
        <p:spPr>
          <a:xfrm>
            <a:off x="720000" y="417505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38A7FED-1961-49A9-9B38-0ADF50CA8845}"/>
              </a:ext>
            </a:extLst>
          </p:cNvPr>
          <p:cNvCxnSpPr>
            <a:cxnSpLocks/>
            <a:stCxn id="56" idx="3"/>
            <a:endCxn id="48" idx="1"/>
          </p:cNvCxnSpPr>
          <p:nvPr/>
        </p:nvCxnSpPr>
        <p:spPr>
          <a:xfrm>
            <a:off x="1172284" y="5002072"/>
            <a:ext cx="2910348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C3FDA6B-4D37-4AA1-A49D-F3F67412699A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4534916" y="5002073"/>
            <a:ext cx="2910135" cy="144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DE2BFCB8-3DEC-45CB-B0A0-03D58A4635A7}"/>
              </a:ext>
            </a:extLst>
          </p:cNvPr>
          <p:cNvCxnSpPr>
            <a:cxnSpLocks/>
            <a:stCxn id="53" idx="3"/>
            <a:endCxn id="76" idx="1"/>
          </p:cNvCxnSpPr>
          <p:nvPr/>
        </p:nvCxnSpPr>
        <p:spPr>
          <a:xfrm flipV="1">
            <a:off x="7897335" y="5002072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2113CD31-8E1D-4CB7-B2AD-F4F54BBEDC97}"/>
              </a:ext>
            </a:extLst>
          </p:cNvPr>
          <p:cNvCxnSpPr>
            <a:cxnSpLocks/>
            <a:stCxn id="80" idx="3"/>
            <a:endCxn id="77" idx="1"/>
          </p:cNvCxnSpPr>
          <p:nvPr/>
        </p:nvCxnSpPr>
        <p:spPr>
          <a:xfrm>
            <a:off x="1172284" y="4332375"/>
            <a:ext cx="6272767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B98C900-2EEB-4B00-A17B-8A5447F74FF5}"/>
              </a:ext>
            </a:extLst>
          </p:cNvPr>
          <p:cNvCxnSpPr>
            <a:cxnSpLocks/>
          </p:cNvCxnSpPr>
          <p:nvPr/>
        </p:nvCxnSpPr>
        <p:spPr>
          <a:xfrm flipV="1">
            <a:off x="7897334" y="4339726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728858BD-321D-42A2-9152-ACA6BB86C8D3}"/>
              </a:ext>
            </a:extLst>
          </p:cNvPr>
          <p:cNvCxnSpPr>
            <a:cxnSpLocks/>
          </p:cNvCxnSpPr>
          <p:nvPr/>
        </p:nvCxnSpPr>
        <p:spPr>
          <a:xfrm>
            <a:off x="851535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BEB0BD0-0825-475B-BF23-CAFF093F3295}"/>
              </a:ext>
            </a:extLst>
          </p:cNvPr>
          <p:cNvCxnSpPr>
            <a:cxnSpLocks/>
          </p:cNvCxnSpPr>
          <p:nvPr/>
        </p:nvCxnSpPr>
        <p:spPr>
          <a:xfrm>
            <a:off x="8515350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4A22C551-D526-4FA4-8BAB-378D1564A01B}"/>
              </a:ext>
            </a:extLst>
          </p:cNvPr>
          <p:cNvCxnSpPr>
            <a:cxnSpLocks/>
          </p:cNvCxnSpPr>
          <p:nvPr/>
        </p:nvCxnSpPr>
        <p:spPr>
          <a:xfrm>
            <a:off x="94614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E688FE18-B5DD-42BA-96E1-8784487AA370}"/>
              </a:ext>
            </a:extLst>
          </p:cNvPr>
          <p:cNvCxnSpPr>
            <a:cxnSpLocks/>
            <a:stCxn id="80" idx="2"/>
            <a:endCxn id="56" idx="0"/>
          </p:cNvCxnSpPr>
          <p:nvPr/>
        </p:nvCxnSpPr>
        <p:spPr>
          <a:xfrm>
            <a:off x="946142" y="4489691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C3E3B5D-20B8-42F9-984B-0D97388378AB}"/>
              </a:ext>
            </a:extLst>
          </p:cNvPr>
          <p:cNvCxnSpPr>
            <a:cxnSpLocks/>
          </p:cNvCxnSpPr>
          <p:nvPr/>
        </p:nvCxnSpPr>
        <p:spPr>
          <a:xfrm>
            <a:off x="7676322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F9AC469-DE00-493E-8E66-A3387115E293}"/>
              </a:ext>
            </a:extLst>
          </p:cNvPr>
          <p:cNvCxnSpPr>
            <a:cxnSpLocks/>
          </p:cNvCxnSpPr>
          <p:nvPr/>
        </p:nvCxnSpPr>
        <p:spPr>
          <a:xfrm>
            <a:off x="767632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9C5E9085-1462-47B9-93F3-23E03879C6EE}"/>
              </a:ext>
            </a:extLst>
          </p:cNvPr>
          <p:cNvCxnSpPr>
            <a:cxnSpLocks/>
          </p:cNvCxnSpPr>
          <p:nvPr/>
        </p:nvCxnSpPr>
        <p:spPr>
          <a:xfrm>
            <a:off x="431369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7" name="表格 96">
                <a:extLst>
                  <a:ext uri="{FF2B5EF4-FFF2-40B4-BE49-F238E27FC236}">
                    <a16:creationId xmlns:a16="http://schemas.microsoft.com/office/drawing/2014/main" id="{E84DC20F-7479-461C-B4D2-451D400E5C0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04582379"/>
                  </p:ext>
                </p:extLst>
              </p:nvPr>
            </p:nvGraphicFramePr>
            <p:xfrm>
              <a:off x="720000" y="1686209"/>
              <a:ext cx="7704000" cy="1296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Static-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???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???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27135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7" name="表格 96">
                <a:extLst>
                  <a:ext uri="{FF2B5EF4-FFF2-40B4-BE49-F238E27FC236}">
                    <a16:creationId xmlns:a16="http://schemas.microsoft.com/office/drawing/2014/main" id="{E84DC20F-7479-461C-B4D2-451D400E5C0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04582379"/>
                  </p:ext>
                </p:extLst>
              </p:nvPr>
            </p:nvGraphicFramePr>
            <p:xfrm>
              <a:off x="720000" y="1686209"/>
              <a:ext cx="7704000" cy="129600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SortedLinkedList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100000" r="-200000" b="-1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100000" r="-100707" b="-1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100000" r="-352" b="-1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885821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Static-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202817" r="-200000" b="-1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???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???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27135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C701BA20-9B18-44D7-A0B8-981BA03FE859}"/>
              </a:ext>
            </a:extLst>
          </p:cNvPr>
          <p:cNvSpPr txBox="1"/>
          <p:nvPr/>
        </p:nvSpPr>
        <p:spPr>
          <a:xfrm>
            <a:off x="720000" y="3108352"/>
            <a:ext cx="4869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Efficient </a:t>
            </a:r>
            <a:r>
              <a:rPr lang="en-US" sz="2000" b="1" dirty="0">
                <a:solidFill>
                  <a:srgbClr val="C00000"/>
                </a:solidFill>
              </a:rPr>
              <a:t>Search</a:t>
            </a:r>
            <a:r>
              <a:rPr lang="en-US" sz="2000" dirty="0">
                <a:solidFill>
                  <a:srgbClr val="C00000"/>
                </a:solidFill>
              </a:rPr>
              <a:t> with limited space overhead.</a:t>
            </a:r>
          </a:p>
          <a:p>
            <a:r>
              <a:rPr lang="en-US" sz="2000" dirty="0">
                <a:solidFill>
                  <a:srgbClr val="C00000"/>
                </a:solidFill>
              </a:rPr>
              <a:t>But how to implement </a:t>
            </a:r>
            <a:r>
              <a:rPr lang="en-US" sz="2000" b="1" dirty="0">
                <a:solidFill>
                  <a:srgbClr val="C00000"/>
                </a:solidFill>
              </a:rPr>
              <a:t>Insert</a:t>
            </a:r>
            <a:r>
              <a:rPr lang="en-US" sz="2000" dirty="0">
                <a:solidFill>
                  <a:srgbClr val="C00000"/>
                </a:solidFill>
              </a:rPr>
              <a:t> and </a:t>
            </a:r>
            <a:r>
              <a:rPr lang="en-US" sz="2000" b="1" dirty="0">
                <a:solidFill>
                  <a:srgbClr val="C00000"/>
                </a:solidFill>
              </a:rPr>
              <a:t>Remove</a:t>
            </a:r>
            <a:r>
              <a:rPr lang="en-US" sz="2000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60707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 </a:t>
            </a:r>
            <a:r>
              <a:rPr lang="en-US" b="1" dirty="0" err="1"/>
              <a:t>SkipList</a:t>
            </a:r>
            <a:endParaRPr 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0F624D-0FD4-42B3-B6D8-13C614A5C1D6}"/>
              </a:ext>
            </a:extLst>
          </p:cNvPr>
          <p:cNvSpPr/>
          <p:nvPr/>
        </p:nvSpPr>
        <p:spPr>
          <a:xfrm>
            <a:off x="628650" y="1698612"/>
            <a:ext cx="4739763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>
                <a:solidFill>
                  <a:schemeClr val="tx1"/>
                </a:solidFill>
              </a:rPr>
              <a:t>Insert(</a:t>
            </a:r>
            <a:r>
              <a:rPr lang="en-GB" sz="1600" b="1" u="sng" dirty="0" err="1">
                <a:solidFill>
                  <a:schemeClr val="tx1"/>
                </a:solidFill>
              </a:rPr>
              <a:t>L,x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= 1, done = false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(!done)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x into level k list.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Flip a fair coin: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done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k = k+1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5ADB9-A515-4692-BA8F-F98F8DE2079D}"/>
              </a:ext>
            </a:extLst>
          </p:cNvPr>
          <p:cNvSpPr/>
          <p:nvPr/>
        </p:nvSpPr>
        <p:spPr>
          <a:xfrm>
            <a:off x="62865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0BED2B-EA83-4190-A2A6-C727CCA7E564}"/>
              </a:ext>
            </a:extLst>
          </p:cNvPr>
          <p:cNvSpPr/>
          <p:nvPr/>
        </p:nvSpPr>
        <p:spPr>
          <a:xfrm>
            <a:off x="1469308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9FC679-001B-4F35-860D-CBA6302FC573}"/>
              </a:ext>
            </a:extLst>
          </p:cNvPr>
          <p:cNvSpPr/>
          <p:nvPr/>
        </p:nvSpPr>
        <p:spPr>
          <a:xfrm>
            <a:off x="2309966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F8A314-1325-4980-97D3-A6FAD8CEFDD7}"/>
              </a:ext>
            </a:extLst>
          </p:cNvPr>
          <p:cNvSpPr/>
          <p:nvPr/>
        </p:nvSpPr>
        <p:spPr>
          <a:xfrm>
            <a:off x="315554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513270-6206-4D95-B6F2-92EA784D96BB}"/>
              </a:ext>
            </a:extLst>
          </p:cNvPr>
          <p:cNvSpPr/>
          <p:nvPr/>
        </p:nvSpPr>
        <p:spPr>
          <a:xfrm>
            <a:off x="4836856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CAD48D-4C2E-4F8A-AA8C-2A8D50F75677}"/>
              </a:ext>
            </a:extLst>
          </p:cNvPr>
          <p:cNvSpPr/>
          <p:nvPr/>
        </p:nvSpPr>
        <p:spPr>
          <a:xfrm>
            <a:off x="5677514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FB4690-489F-4B50-A412-5A162E343FA9}"/>
              </a:ext>
            </a:extLst>
          </p:cNvPr>
          <p:cNvSpPr/>
          <p:nvPr/>
        </p:nvSpPr>
        <p:spPr>
          <a:xfrm>
            <a:off x="6518172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7A0D85-0ECB-46E5-BF29-663BBAE26AE4}"/>
              </a:ext>
            </a:extLst>
          </p:cNvPr>
          <p:cNvSpPr/>
          <p:nvPr/>
        </p:nvSpPr>
        <p:spPr>
          <a:xfrm>
            <a:off x="7358830" y="61782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6D6B00-3CC4-48E8-B561-7052A71A3041}"/>
              </a:ext>
            </a:extLst>
          </p:cNvPr>
          <p:cNvSpPr/>
          <p:nvPr/>
        </p:nvSpPr>
        <p:spPr>
          <a:xfrm>
            <a:off x="8197858" y="61782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C3890-39C2-4FD9-B75D-8FC9D352A17F}"/>
              </a:ext>
            </a:extLst>
          </p:cNvPr>
          <p:cNvSpPr/>
          <p:nvPr/>
        </p:nvSpPr>
        <p:spPr>
          <a:xfrm>
            <a:off x="628650" y="551150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A5EDBE-5FE9-4CDD-B95B-45202B742163}"/>
              </a:ext>
            </a:extLst>
          </p:cNvPr>
          <p:cNvSpPr/>
          <p:nvPr/>
        </p:nvSpPr>
        <p:spPr>
          <a:xfrm>
            <a:off x="2312211" y="5511503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FACA40-3E90-4A10-A230-7FD62382D365}"/>
              </a:ext>
            </a:extLst>
          </p:cNvPr>
          <p:cNvSpPr/>
          <p:nvPr/>
        </p:nvSpPr>
        <p:spPr>
          <a:xfrm>
            <a:off x="5677514" y="55115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3DDF4A-316B-49EC-8E35-75F1CDE802F9}"/>
              </a:ext>
            </a:extLst>
          </p:cNvPr>
          <p:cNvSpPr/>
          <p:nvPr/>
        </p:nvSpPr>
        <p:spPr>
          <a:xfrm>
            <a:off x="7358830" y="55115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463C95-AA15-4C9B-BD7D-66443B3DCD91}"/>
              </a:ext>
            </a:extLst>
          </p:cNvPr>
          <p:cNvSpPr/>
          <p:nvPr/>
        </p:nvSpPr>
        <p:spPr>
          <a:xfrm>
            <a:off x="8197858" y="5511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9875B6B-32C4-4C50-B1F3-A297CD60306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08093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3CEE4DD-7705-4B9C-8D5D-37F381783A2C}"/>
              </a:ext>
            </a:extLst>
          </p:cNvPr>
          <p:cNvCxnSpPr>
            <a:cxnSpLocks/>
          </p:cNvCxnSpPr>
          <p:nvPr/>
        </p:nvCxnSpPr>
        <p:spPr>
          <a:xfrm>
            <a:off x="192159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D272955-825E-4958-A455-022C831C6C10}"/>
              </a:ext>
            </a:extLst>
          </p:cNvPr>
          <p:cNvCxnSpPr>
            <a:cxnSpLocks/>
          </p:cNvCxnSpPr>
          <p:nvPr/>
        </p:nvCxnSpPr>
        <p:spPr>
          <a:xfrm>
            <a:off x="276225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AF60358-43E6-46B7-B08B-E623716BA18B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3607824" y="6335558"/>
            <a:ext cx="122903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49563FE-D61B-477B-9886-10310E732576}"/>
              </a:ext>
            </a:extLst>
          </p:cNvPr>
          <p:cNvCxnSpPr>
            <a:cxnSpLocks/>
          </p:cNvCxnSpPr>
          <p:nvPr/>
        </p:nvCxnSpPr>
        <p:spPr>
          <a:xfrm>
            <a:off x="528914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EB236BD-2F5B-432F-B15A-12D6337D5583}"/>
              </a:ext>
            </a:extLst>
          </p:cNvPr>
          <p:cNvCxnSpPr>
            <a:cxnSpLocks/>
          </p:cNvCxnSpPr>
          <p:nvPr/>
        </p:nvCxnSpPr>
        <p:spPr>
          <a:xfrm>
            <a:off x="6129798" y="6324393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4FFA8F2-3585-432D-8EB2-930934D63026}"/>
              </a:ext>
            </a:extLst>
          </p:cNvPr>
          <p:cNvCxnSpPr>
            <a:cxnSpLocks/>
          </p:cNvCxnSpPr>
          <p:nvPr/>
        </p:nvCxnSpPr>
        <p:spPr>
          <a:xfrm>
            <a:off x="6970456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EA0724-51A3-42F1-B4CE-956B350A527E}"/>
              </a:ext>
            </a:extLst>
          </p:cNvPr>
          <p:cNvCxnSpPr>
            <a:cxnSpLocks/>
          </p:cNvCxnSpPr>
          <p:nvPr/>
        </p:nvCxnSpPr>
        <p:spPr>
          <a:xfrm>
            <a:off x="781111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D14DE66-2D8A-4A4D-9B03-3C4CAD2B481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1080934" y="5668820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786FB8D-957E-4F9E-8E9D-83D215E374BB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764495" y="5668818"/>
            <a:ext cx="2913019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97A721C-3BCA-4DEF-9F6B-3722D75C2808}"/>
              </a:ext>
            </a:extLst>
          </p:cNvPr>
          <p:cNvCxnSpPr>
            <a:cxnSpLocks/>
          </p:cNvCxnSpPr>
          <p:nvPr/>
        </p:nvCxnSpPr>
        <p:spPr>
          <a:xfrm flipV="1">
            <a:off x="6122424" y="5664417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2ABBCFC-CE62-459A-89A8-67A6CC233FA7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7811114" y="5668816"/>
            <a:ext cx="386744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9536D3E-3DA0-4EEA-9DB3-E0701E84B48E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flipH="1">
            <a:off x="2536108" y="5826136"/>
            <a:ext cx="2245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C86C4D3-D08B-4AB0-B972-B241929FB0B0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>
            <a:off x="5903656" y="582613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959D6E3-82A7-4140-AC29-5785F266E1A4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7584972" y="58261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89B5F74-39AC-4F31-8FCB-8DB9BEC63986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>
            <a:off x="854792" y="5826137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677D148-F953-47FD-8318-ECC57EB35CBE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>
            <a:off x="8424000" y="58261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C78C8D01-4D8F-4CE5-A9B4-BC574A236E27}"/>
              </a:ext>
            </a:extLst>
          </p:cNvPr>
          <p:cNvSpPr/>
          <p:nvPr/>
        </p:nvSpPr>
        <p:spPr>
          <a:xfrm>
            <a:off x="7353701" y="48462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CB7C24-5573-4BBC-BD33-560A6BF8E67F}"/>
              </a:ext>
            </a:extLst>
          </p:cNvPr>
          <p:cNvSpPr/>
          <p:nvPr/>
        </p:nvSpPr>
        <p:spPr>
          <a:xfrm>
            <a:off x="628650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D3E8F-2488-4A6B-BEE9-9E2F05B0D41E}"/>
              </a:ext>
            </a:extLst>
          </p:cNvPr>
          <p:cNvSpPr/>
          <p:nvPr/>
        </p:nvSpPr>
        <p:spPr>
          <a:xfrm>
            <a:off x="8197858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C0E61F4-4A8B-4ECF-9C2A-B309322EE37D}"/>
              </a:ext>
            </a:extLst>
          </p:cNvPr>
          <p:cNvSpPr/>
          <p:nvPr/>
        </p:nvSpPr>
        <p:spPr>
          <a:xfrm>
            <a:off x="7353701" y="417506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A3AA96-93E8-4680-B032-1E0FCFBD596C}"/>
              </a:ext>
            </a:extLst>
          </p:cNvPr>
          <p:cNvSpPr/>
          <p:nvPr/>
        </p:nvSpPr>
        <p:spPr>
          <a:xfrm>
            <a:off x="8197858" y="417505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265DA4-9441-48F7-90D8-2F61BF6C9582}"/>
              </a:ext>
            </a:extLst>
          </p:cNvPr>
          <p:cNvSpPr/>
          <p:nvPr/>
        </p:nvSpPr>
        <p:spPr>
          <a:xfrm>
            <a:off x="628650" y="417505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8614DF4-764E-4046-AFE7-A996E043D02A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1080934" y="5002072"/>
            <a:ext cx="6272767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D0CE3BF-44EB-4E32-8F6C-4F70FE6C6EAF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7805985" y="5002072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93BF21-B4D0-464C-9D99-3D8A240159FA}"/>
              </a:ext>
            </a:extLst>
          </p:cNvPr>
          <p:cNvCxnSpPr>
            <a:cxnSpLocks/>
            <a:stCxn id="48" idx="3"/>
            <a:endCxn id="46" idx="1"/>
          </p:cNvCxnSpPr>
          <p:nvPr/>
        </p:nvCxnSpPr>
        <p:spPr>
          <a:xfrm>
            <a:off x="1080934" y="4332375"/>
            <a:ext cx="6272767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CF05D01-E4CE-4240-ACEC-01C8A609366B}"/>
              </a:ext>
            </a:extLst>
          </p:cNvPr>
          <p:cNvCxnSpPr>
            <a:cxnSpLocks/>
          </p:cNvCxnSpPr>
          <p:nvPr/>
        </p:nvCxnSpPr>
        <p:spPr>
          <a:xfrm flipV="1">
            <a:off x="7805984" y="4339726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71B2C6F-E6C2-4DDE-94DE-51689125CAD3}"/>
              </a:ext>
            </a:extLst>
          </p:cNvPr>
          <p:cNvCxnSpPr>
            <a:cxnSpLocks/>
          </p:cNvCxnSpPr>
          <p:nvPr/>
        </p:nvCxnSpPr>
        <p:spPr>
          <a:xfrm>
            <a:off x="842400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7C47B7D-9040-4D72-A8BB-DC4CB7A08FE9}"/>
              </a:ext>
            </a:extLst>
          </p:cNvPr>
          <p:cNvCxnSpPr>
            <a:cxnSpLocks/>
          </p:cNvCxnSpPr>
          <p:nvPr/>
        </p:nvCxnSpPr>
        <p:spPr>
          <a:xfrm>
            <a:off x="8424000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EADE85F-3EC3-4D00-90BC-828C83AFE95F}"/>
              </a:ext>
            </a:extLst>
          </p:cNvPr>
          <p:cNvCxnSpPr>
            <a:cxnSpLocks/>
          </p:cNvCxnSpPr>
          <p:nvPr/>
        </p:nvCxnSpPr>
        <p:spPr>
          <a:xfrm>
            <a:off x="85479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E16AA46-A73D-4FA5-B9B4-E5618F9A7498}"/>
              </a:ext>
            </a:extLst>
          </p:cNvPr>
          <p:cNvCxnSpPr>
            <a:cxnSpLocks/>
            <a:stCxn id="48" idx="2"/>
            <a:endCxn id="44" idx="0"/>
          </p:cNvCxnSpPr>
          <p:nvPr/>
        </p:nvCxnSpPr>
        <p:spPr>
          <a:xfrm>
            <a:off x="854792" y="4489691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C421DA3-CFD9-4F4F-B074-827FE7131487}"/>
              </a:ext>
            </a:extLst>
          </p:cNvPr>
          <p:cNvCxnSpPr>
            <a:cxnSpLocks/>
          </p:cNvCxnSpPr>
          <p:nvPr/>
        </p:nvCxnSpPr>
        <p:spPr>
          <a:xfrm>
            <a:off x="7584972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9B20D10-1B4E-47C8-9E55-3B4AA4361DE5}"/>
              </a:ext>
            </a:extLst>
          </p:cNvPr>
          <p:cNvCxnSpPr>
            <a:cxnSpLocks/>
          </p:cNvCxnSpPr>
          <p:nvPr/>
        </p:nvCxnSpPr>
        <p:spPr>
          <a:xfrm>
            <a:off x="758497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CB42600-6339-462D-A490-EF8399EC9A94}"/>
              </a:ext>
            </a:extLst>
          </p:cNvPr>
          <p:cNvSpPr txBox="1"/>
          <p:nvPr/>
        </p:nvSpPr>
        <p:spPr>
          <a:xfrm>
            <a:off x="6610288" y="3261125"/>
            <a:ext cx="2039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insert 7.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B6772E6-9474-42A6-9F3B-343CDCE951DE}"/>
              </a:ext>
            </a:extLst>
          </p:cNvPr>
          <p:cNvSpPr txBox="1"/>
          <p:nvPr/>
        </p:nvSpPr>
        <p:spPr>
          <a:xfrm>
            <a:off x="135373" y="3805405"/>
            <a:ext cx="49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Lvl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E3BC386-EB4B-45C5-9D79-16692BB8A753}"/>
              </a:ext>
            </a:extLst>
          </p:cNvPr>
          <p:cNvSpPr txBox="1"/>
          <p:nvPr/>
        </p:nvSpPr>
        <p:spPr>
          <a:xfrm>
            <a:off x="226253" y="612353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317701C-1060-4CD9-9F44-0836EA0C7671}"/>
              </a:ext>
            </a:extLst>
          </p:cNvPr>
          <p:cNvSpPr txBox="1"/>
          <p:nvPr/>
        </p:nvSpPr>
        <p:spPr>
          <a:xfrm>
            <a:off x="228907" y="545680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47A491F-508E-491F-BDC1-569C973CFA05}"/>
              </a:ext>
            </a:extLst>
          </p:cNvPr>
          <p:cNvSpPr txBox="1"/>
          <p:nvPr/>
        </p:nvSpPr>
        <p:spPr>
          <a:xfrm>
            <a:off x="227197" y="479005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7BEB738-63F7-4F11-9381-E579BFB2FAB9}"/>
              </a:ext>
            </a:extLst>
          </p:cNvPr>
          <p:cNvSpPr txBox="1"/>
          <p:nvPr/>
        </p:nvSpPr>
        <p:spPr>
          <a:xfrm>
            <a:off x="232132" y="412331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359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 </a:t>
            </a:r>
            <a:r>
              <a:rPr lang="en-US" b="1" dirty="0" err="1"/>
              <a:t>SkipList</a:t>
            </a:r>
            <a:endParaRPr 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5ADB9-A515-4692-BA8F-F98F8DE2079D}"/>
              </a:ext>
            </a:extLst>
          </p:cNvPr>
          <p:cNvSpPr/>
          <p:nvPr/>
        </p:nvSpPr>
        <p:spPr>
          <a:xfrm>
            <a:off x="62865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0BED2B-EA83-4190-A2A6-C727CCA7E564}"/>
              </a:ext>
            </a:extLst>
          </p:cNvPr>
          <p:cNvSpPr/>
          <p:nvPr/>
        </p:nvSpPr>
        <p:spPr>
          <a:xfrm>
            <a:off x="1469308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9FC679-001B-4F35-860D-CBA6302FC573}"/>
              </a:ext>
            </a:extLst>
          </p:cNvPr>
          <p:cNvSpPr/>
          <p:nvPr/>
        </p:nvSpPr>
        <p:spPr>
          <a:xfrm>
            <a:off x="2309966" y="6178240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F8A314-1325-4980-97D3-A6FAD8CEFDD7}"/>
              </a:ext>
            </a:extLst>
          </p:cNvPr>
          <p:cNvSpPr/>
          <p:nvPr/>
        </p:nvSpPr>
        <p:spPr>
          <a:xfrm>
            <a:off x="3155540" y="6178241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513270-6206-4D95-B6F2-92EA784D96BB}"/>
              </a:ext>
            </a:extLst>
          </p:cNvPr>
          <p:cNvSpPr/>
          <p:nvPr/>
        </p:nvSpPr>
        <p:spPr>
          <a:xfrm>
            <a:off x="4836856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CAD48D-4C2E-4F8A-AA8C-2A8D50F75677}"/>
              </a:ext>
            </a:extLst>
          </p:cNvPr>
          <p:cNvSpPr/>
          <p:nvPr/>
        </p:nvSpPr>
        <p:spPr>
          <a:xfrm>
            <a:off x="5677514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FB4690-489F-4B50-A412-5A162E343FA9}"/>
              </a:ext>
            </a:extLst>
          </p:cNvPr>
          <p:cNvSpPr/>
          <p:nvPr/>
        </p:nvSpPr>
        <p:spPr>
          <a:xfrm>
            <a:off x="6518172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7A0D85-0ECB-46E5-BF29-663BBAE26AE4}"/>
              </a:ext>
            </a:extLst>
          </p:cNvPr>
          <p:cNvSpPr/>
          <p:nvPr/>
        </p:nvSpPr>
        <p:spPr>
          <a:xfrm>
            <a:off x="7358830" y="61782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6D6B00-3CC4-48E8-B561-7052A71A3041}"/>
              </a:ext>
            </a:extLst>
          </p:cNvPr>
          <p:cNvSpPr/>
          <p:nvPr/>
        </p:nvSpPr>
        <p:spPr>
          <a:xfrm>
            <a:off x="8197858" y="61782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C3890-39C2-4FD9-B75D-8FC9D352A17F}"/>
              </a:ext>
            </a:extLst>
          </p:cNvPr>
          <p:cNvSpPr/>
          <p:nvPr/>
        </p:nvSpPr>
        <p:spPr>
          <a:xfrm>
            <a:off x="628650" y="5511504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A5EDBE-5FE9-4CDD-B95B-45202B742163}"/>
              </a:ext>
            </a:extLst>
          </p:cNvPr>
          <p:cNvSpPr/>
          <p:nvPr/>
        </p:nvSpPr>
        <p:spPr>
          <a:xfrm>
            <a:off x="2312211" y="5511503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FACA40-3E90-4A10-A230-7FD62382D365}"/>
              </a:ext>
            </a:extLst>
          </p:cNvPr>
          <p:cNvSpPr/>
          <p:nvPr/>
        </p:nvSpPr>
        <p:spPr>
          <a:xfrm>
            <a:off x="5677514" y="55115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3DDF4A-316B-49EC-8E35-75F1CDE802F9}"/>
              </a:ext>
            </a:extLst>
          </p:cNvPr>
          <p:cNvSpPr/>
          <p:nvPr/>
        </p:nvSpPr>
        <p:spPr>
          <a:xfrm>
            <a:off x="7358830" y="55115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463C95-AA15-4C9B-BD7D-66443B3DCD91}"/>
              </a:ext>
            </a:extLst>
          </p:cNvPr>
          <p:cNvSpPr/>
          <p:nvPr/>
        </p:nvSpPr>
        <p:spPr>
          <a:xfrm>
            <a:off x="8197858" y="5511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9875B6B-32C4-4C50-B1F3-A297CD60306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08093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3CEE4DD-7705-4B9C-8D5D-37F381783A2C}"/>
              </a:ext>
            </a:extLst>
          </p:cNvPr>
          <p:cNvCxnSpPr>
            <a:cxnSpLocks/>
          </p:cNvCxnSpPr>
          <p:nvPr/>
        </p:nvCxnSpPr>
        <p:spPr>
          <a:xfrm>
            <a:off x="192159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D272955-825E-4958-A455-022C831C6C10}"/>
              </a:ext>
            </a:extLst>
          </p:cNvPr>
          <p:cNvCxnSpPr>
            <a:cxnSpLocks/>
          </p:cNvCxnSpPr>
          <p:nvPr/>
        </p:nvCxnSpPr>
        <p:spPr>
          <a:xfrm>
            <a:off x="2762250" y="6335558"/>
            <a:ext cx="388374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AF60358-43E6-46B7-B08B-E623716BA18B}"/>
              </a:ext>
            </a:extLst>
          </p:cNvPr>
          <p:cNvCxnSpPr>
            <a:cxnSpLocks/>
            <a:stCxn id="9" idx="3"/>
            <a:endCxn id="60" idx="1"/>
          </p:cNvCxnSpPr>
          <p:nvPr/>
        </p:nvCxnSpPr>
        <p:spPr>
          <a:xfrm>
            <a:off x="3607824" y="6335558"/>
            <a:ext cx="396977" cy="357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49563FE-D61B-477B-9886-10310E732576}"/>
              </a:ext>
            </a:extLst>
          </p:cNvPr>
          <p:cNvCxnSpPr>
            <a:cxnSpLocks/>
          </p:cNvCxnSpPr>
          <p:nvPr/>
        </p:nvCxnSpPr>
        <p:spPr>
          <a:xfrm>
            <a:off x="528914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EB236BD-2F5B-432F-B15A-12D6337D5583}"/>
              </a:ext>
            </a:extLst>
          </p:cNvPr>
          <p:cNvCxnSpPr>
            <a:cxnSpLocks/>
          </p:cNvCxnSpPr>
          <p:nvPr/>
        </p:nvCxnSpPr>
        <p:spPr>
          <a:xfrm>
            <a:off x="6129798" y="6324393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4FFA8F2-3585-432D-8EB2-930934D63026}"/>
              </a:ext>
            </a:extLst>
          </p:cNvPr>
          <p:cNvCxnSpPr>
            <a:cxnSpLocks/>
          </p:cNvCxnSpPr>
          <p:nvPr/>
        </p:nvCxnSpPr>
        <p:spPr>
          <a:xfrm>
            <a:off x="6970456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EA0724-51A3-42F1-B4CE-956B350A527E}"/>
              </a:ext>
            </a:extLst>
          </p:cNvPr>
          <p:cNvCxnSpPr>
            <a:cxnSpLocks/>
          </p:cNvCxnSpPr>
          <p:nvPr/>
        </p:nvCxnSpPr>
        <p:spPr>
          <a:xfrm>
            <a:off x="781111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D14DE66-2D8A-4A4D-9B03-3C4CAD2B481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1080934" y="5668820"/>
            <a:ext cx="1231277" cy="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786FB8D-957E-4F9E-8E9D-83D215E374BB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2764495" y="5668818"/>
            <a:ext cx="2913019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97A721C-3BCA-4DEF-9F6B-3722D75C2808}"/>
              </a:ext>
            </a:extLst>
          </p:cNvPr>
          <p:cNvCxnSpPr>
            <a:cxnSpLocks/>
          </p:cNvCxnSpPr>
          <p:nvPr/>
        </p:nvCxnSpPr>
        <p:spPr>
          <a:xfrm flipV="1">
            <a:off x="6122424" y="5664417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2ABBCFC-CE62-459A-89A8-67A6CC233FA7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7811114" y="5668816"/>
            <a:ext cx="386744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9536D3E-3DA0-4EEA-9DB3-E0701E84B48E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flipH="1">
            <a:off x="2536108" y="5826136"/>
            <a:ext cx="2245" cy="352104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C86C4D3-D08B-4AB0-B972-B241929FB0B0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>
            <a:off x="5903656" y="582613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959D6E3-82A7-4140-AC29-5785F266E1A4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7584972" y="58261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89B5F74-39AC-4F31-8FCB-8DB9BEC63986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>
            <a:off x="854792" y="5826137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677D148-F953-47FD-8318-ECC57EB35CBE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>
            <a:off x="8424000" y="58261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C78C8D01-4D8F-4CE5-A9B4-BC574A236E27}"/>
              </a:ext>
            </a:extLst>
          </p:cNvPr>
          <p:cNvSpPr/>
          <p:nvPr/>
        </p:nvSpPr>
        <p:spPr>
          <a:xfrm>
            <a:off x="7353701" y="48462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CB7C24-5573-4BBC-BD33-560A6BF8E67F}"/>
              </a:ext>
            </a:extLst>
          </p:cNvPr>
          <p:cNvSpPr/>
          <p:nvPr/>
        </p:nvSpPr>
        <p:spPr>
          <a:xfrm>
            <a:off x="628650" y="4844755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D3E8F-2488-4A6B-BEE9-9E2F05B0D41E}"/>
              </a:ext>
            </a:extLst>
          </p:cNvPr>
          <p:cNvSpPr/>
          <p:nvPr/>
        </p:nvSpPr>
        <p:spPr>
          <a:xfrm>
            <a:off x="8197858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C0E61F4-4A8B-4ECF-9C2A-B309322EE37D}"/>
              </a:ext>
            </a:extLst>
          </p:cNvPr>
          <p:cNvSpPr/>
          <p:nvPr/>
        </p:nvSpPr>
        <p:spPr>
          <a:xfrm>
            <a:off x="7353701" y="417506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A3AA96-93E8-4680-B032-1E0FCFBD596C}"/>
              </a:ext>
            </a:extLst>
          </p:cNvPr>
          <p:cNvSpPr/>
          <p:nvPr/>
        </p:nvSpPr>
        <p:spPr>
          <a:xfrm>
            <a:off x="8197858" y="417505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265DA4-9441-48F7-90D8-2F61BF6C9582}"/>
              </a:ext>
            </a:extLst>
          </p:cNvPr>
          <p:cNvSpPr/>
          <p:nvPr/>
        </p:nvSpPr>
        <p:spPr>
          <a:xfrm>
            <a:off x="628650" y="4175058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8614DF4-764E-4046-AFE7-A996E043D02A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1080934" y="5002072"/>
            <a:ext cx="6272767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D0CE3BF-44EB-4E32-8F6C-4F70FE6C6EAF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7805985" y="5002072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93BF21-B4D0-464C-9D99-3D8A240159FA}"/>
              </a:ext>
            </a:extLst>
          </p:cNvPr>
          <p:cNvCxnSpPr>
            <a:cxnSpLocks/>
            <a:stCxn id="48" idx="3"/>
            <a:endCxn id="46" idx="1"/>
          </p:cNvCxnSpPr>
          <p:nvPr/>
        </p:nvCxnSpPr>
        <p:spPr>
          <a:xfrm>
            <a:off x="1080934" y="4332375"/>
            <a:ext cx="6272767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CF05D01-E4CE-4240-ACEC-01C8A609366B}"/>
              </a:ext>
            </a:extLst>
          </p:cNvPr>
          <p:cNvCxnSpPr>
            <a:cxnSpLocks/>
          </p:cNvCxnSpPr>
          <p:nvPr/>
        </p:nvCxnSpPr>
        <p:spPr>
          <a:xfrm flipV="1">
            <a:off x="7805984" y="4339726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71B2C6F-E6C2-4DDE-94DE-51689125CAD3}"/>
              </a:ext>
            </a:extLst>
          </p:cNvPr>
          <p:cNvCxnSpPr>
            <a:cxnSpLocks/>
          </p:cNvCxnSpPr>
          <p:nvPr/>
        </p:nvCxnSpPr>
        <p:spPr>
          <a:xfrm>
            <a:off x="842400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7C47B7D-9040-4D72-A8BB-DC4CB7A08FE9}"/>
              </a:ext>
            </a:extLst>
          </p:cNvPr>
          <p:cNvCxnSpPr>
            <a:cxnSpLocks/>
          </p:cNvCxnSpPr>
          <p:nvPr/>
        </p:nvCxnSpPr>
        <p:spPr>
          <a:xfrm>
            <a:off x="8424000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EADE85F-3EC3-4D00-90BC-828C83AFE95F}"/>
              </a:ext>
            </a:extLst>
          </p:cNvPr>
          <p:cNvCxnSpPr>
            <a:cxnSpLocks/>
          </p:cNvCxnSpPr>
          <p:nvPr/>
        </p:nvCxnSpPr>
        <p:spPr>
          <a:xfrm>
            <a:off x="854792" y="5159388"/>
            <a:ext cx="0" cy="35210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E16AA46-A73D-4FA5-B9B4-E5618F9A7498}"/>
              </a:ext>
            </a:extLst>
          </p:cNvPr>
          <p:cNvCxnSpPr>
            <a:cxnSpLocks/>
            <a:stCxn id="48" idx="2"/>
            <a:endCxn id="44" idx="0"/>
          </p:cNvCxnSpPr>
          <p:nvPr/>
        </p:nvCxnSpPr>
        <p:spPr>
          <a:xfrm>
            <a:off x="854792" y="4489691"/>
            <a:ext cx="0" cy="355064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C421DA3-CFD9-4F4F-B074-827FE7131487}"/>
              </a:ext>
            </a:extLst>
          </p:cNvPr>
          <p:cNvCxnSpPr>
            <a:cxnSpLocks/>
          </p:cNvCxnSpPr>
          <p:nvPr/>
        </p:nvCxnSpPr>
        <p:spPr>
          <a:xfrm>
            <a:off x="7584972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9B20D10-1B4E-47C8-9E55-3B4AA4361DE5}"/>
              </a:ext>
            </a:extLst>
          </p:cNvPr>
          <p:cNvCxnSpPr>
            <a:cxnSpLocks/>
          </p:cNvCxnSpPr>
          <p:nvPr/>
        </p:nvCxnSpPr>
        <p:spPr>
          <a:xfrm>
            <a:off x="758497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CB42600-6339-462D-A490-EF8399EC9A94}"/>
              </a:ext>
            </a:extLst>
          </p:cNvPr>
          <p:cNvSpPr txBox="1"/>
          <p:nvPr/>
        </p:nvSpPr>
        <p:spPr>
          <a:xfrm>
            <a:off x="6610288" y="3261125"/>
            <a:ext cx="2039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insert 7.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2F33936-8C5D-4A4F-8050-5DA0AB45016A}"/>
              </a:ext>
            </a:extLst>
          </p:cNvPr>
          <p:cNvSpPr/>
          <p:nvPr/>
        </p:nvSpPr>
        <p:spPr>
          <a:xfrm>
            <a:off x="4004801" y="6181819"/>
            <a:ext cx="452284" cy="31463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7EE83AB-078D-4B0A-B351-219649F7160D}"/>
              </a:ext>
            </a:extLst>
          </p:cNvPr>
          <p:cNvCxnSpPr>
            <a:cxnSpLocks/>
            <a:stCxn id="60" idx="3"/>
            <a:endCxn id="11" idx="1"/>
          </p:cNvCxnSpPr>
          <p:nvPr/>
        </p:nvCxnSpPr>
        <p:spPr>
          <a:xfrm flipV="1">
            <a:off x="4457085" y="6335558"/>
            <a:ext cx="379771" cy="357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8" descr="Image result for 硬币">
            <a:extLst>
              <a:ext uri="{FF2B5EF4-FFF2-40B4-BE49-F238E27FC236}">
                <a16:creationId xmlns:a16="http://schemas.microsoft.com/office/drawing/2014/main" id="{CAEC06A9-AF02-4D23-85C3-640785A2A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6021" r="49920" b="3591"/>
          <a:stretch/>
        </p:blipFill>
        <p:spPr bwMode="auto">
          <a:xfrm>
            <a:off x="3524205" y="5718263"/>
            <a:ext cx="448428" cy="44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文本框 63">
            <a:extLst>
              <a:ext uri="{FF2B5EF4-FFF2-40B4-BE49-F238E27FC236}">
                <a16:creationId xmlns:a16="http://schemas.microsoft.com/office/drawing/2014/main" id="{795EDE75-FA9D-48BE-AEB8-2BDBC7CE7614}"/>
              </a:ext>
            </a:extLst>
          </p:cNvPr>
          <p:cNvSpPr txBox="1"/>
          <p:nvPr/>
        </p:nvSpPr>
        <p:spPr>
          <a:xfrm>
            <a:off x="135373" y="3805405"/>
            <a:ext cx="49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Lvl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8BBF9F6-9EBA-4CD4-8035-2E56A62398A5}"/>
              </a:ext>
            </a:extLst>
          </p:cNvPr>
          <p:cNvSpPr txBox="1"/>
          <p:nvPr/>
        </p:nvSpPr>
        <p:spPr>
          <a:xfrm>
            <a:off x="226253" y="612353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CF46F2C-B1A0-4410-8736-370951691906}"/>
              </a:ext>
            </a:extLst>
          </p:cNvPr>
          <p:cNvSpPr txBox="1"/>
          <p:nvPr/>
        </p:nvSpPr>
        <p:spPr>
          <a:xfrm>
            <a:off x="228907" y="545680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E82EF8D-B14A-468B-A226-BCC6EDFD13D4}"/>
              </a:ext>
            </a:extLst>
          </p:cNvPr>
          <p:cNvSpPr txBox="1"/>
          <p:nvPr/>
        </p:nvSpPr>
        <p:spPr>
          <a:xfrm>
            <a:off x="227197" y="479005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181F277-D211-435A-9949-8A9A597E57F5}"/>
              </a:ext>
            </a:extLst>
          </p:cNvPr>
          <p:cNvSpPr txBox="1"/>
          <p:nvPr/>
        </p:nvSpPr>
        <p:spPr>
          <a:xfrm>
            <a:off x="232132" y="412331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823FC4B-48EA-4E4D-ADE1-8156D00344BA}"/>
              </a:ext>
            </a:extLst>
          </p:cNvPr>
          <p:cNvSpPr/>
          <p:nvPr/>
        </p:nvSpPr>
        <p:spPr>
          <a:xfrm>
            <a:off x="628650" y="1698612"/>
            <a:ext cx="4739763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>
                <a:solidFill>
                  <a:schemeClr val="tx1"/>
                </a:solidFill>
              </a:rPr>
              <a:t>Insert(</a:t>
            </a:r>
            <a:r>
              <a:rPr lang="en-GB" sz="1600" b="1" u="sng" dirty="0" err="1">
                <a:solidFill>
                  <a:schemeClr val="tx1"/>
                </a:solidFill>
              </a:rPr>
              <a:t>L,x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= 1, done = false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(!done)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x into level k list.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Flip a fair coin: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done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k = k+1</a:t>
            </a:r>
          </a:p>
        </p:txBody>
      </p:sp>
    </p:spTree>
    <p:extLst>
      <p:ext uri="{BB962C8B-B14F-4D97-AF65-F5344CB8AC3E}">
        <p14:creationId xmlns:p14="http://schemas.microsoft.com/office/powerpoint/2010/main" val="226379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 </a:t>
            </a:r>
            <a:r>
              <a:rPr lang="en-US" b="1" dirty="0" err="1"/>
              <a:t>SkipList</a:t>
            </a:r>
            <a:endParaRPr 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5ADB9-A515-4692-BA8F-F98F8DE2079D}"/>
              </a:ext>
            </a:extLst>
          </p:cNvPr>
          <p:cNvSpPr/>
          <p:nvPr/>
        </p:nvSpPr>
        <p:spPr>
          <a:xfrm>
            <a:off x="62865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0BED2B-EA83-4190-A2A6-C727CCA7E564}"/>
              </a:ext>
            </a:extLst>
          </p:cNvPr>
          <p:cNvSpPr/>
          <p:nvPr/>
        </p:nvSpPr>
        <p:spPr>
          <a:xfrm>
            <a:off x="1469308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9FC679-001B-4F35-860D-CBA6302FC573}"/>
              </a:ext>
            </a:extLst>
          </p:cNvPr>
          <p:cNvSpPr/>
          <p:nvPr/>
        </p:nvSpPr>
        <p:spPr>
          <a:xfrm>
            <a:off x="2309966" y="6178240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F8A314-1325-4980-97D3-A6FAD8CEFDD7}"/>
              </a:ext>
            </a:extLst>
          </p:cNvPr>
          <p:cNvSpPr/>
          <p:nvPr/>
        </p:nvSpPr>
        <p:spPr>
          <a:xfrm>
            <a:off x="3155540" y="6178241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513270-6206-4D95-B6F2-92EA784D96BB}"/>
              </a:ext>
            </a:extLst>
          </p:cNvPr>
          <p:cNvSpPr/>
          <p:nvPr/>
        </p:nvSpPr>
        <p:spPr>
          <a:xfrm>
            <a:off x="4836856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CAD48D-4C2E-4F8A-AA8C-2A8D50F75677}"/>
              </a:ext>
            </a:extLst>
          </p:cNvPr>
          <p:cNvSpPr/>
          <p:nvPr/>
        </p:nvSpPr>
        <p:spPr>
          <a:xfrm>
            <a:off x="5677514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FB4690-489F-4B50-A412-5A162E343FA9}"/>
              </a:ext>
            </a:extLst>
          </p:cNvPr>
          <p:cNvSpPr/>
          <p:nvPr/>
        </p:nvSpPr>
        <p:spPr>
          <a:xfrm>
            <a:off x="6518172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7A0D85-0ECB-46E5-BF29-663BBAE26AE4}"/>
              </a:ext>
            </a:extLst>
          </p:cNvPr>
          <p:cNvSpPr/>
          <p:nvPr/>
        </p:nvSpPr>
        <p:spPr>
          <a:xfrm>
            <a:off x="7358830" y="61782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6D6B00-3CC4-48E8-B561-7052A71A3041}"/>
              </a:ext>
            </a:extLst>
          </p:cNvPr>
          <p:cNvSpPr/>
          <p:nvPr/>
        </p:nvSpPr>
        <p:spPr>
          <a:xfrm>
            <a:off x="8197858" y="61782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C3890-39C2-4FD9-B75D-8FC9D352A17F}"/>
              </a:ext>
            </a:extLst>
          </p:cNvPr>
          <p:cNvSpPr/>
          <p:nvPr/>
        </p:nvSpPr>
        <p:spPr>
          <a:xfrm>
            <a:off x="628650" y="5511504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A5EDBE-5FE9-4CDD-B95B-45202B742163}"/>
              </a:ext>
            </a:extLst>
          </p:cNvPr>
          <p:cNvSpPr/>
          <p:nvPr/>
        </p:nvSpPr>
        <p:spPr>
          <a:xfrm>
            <a:off x="2312211" y="5511503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FACA40-3E90-4A10-A230-7FD62382D365}"/>
              </a:ext>
            </a:extLst>
          </p:cNvPr>
          <p:cNvSpPr/>
          <p:nvPr/>
        </p:nvSpPr>
        <p:spPr>
          <a:xfrm>
            <a:off x="5677514" y="55115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3DDF4A-316B-49EC-8E35-75F1CDE802F9}"/>
              </a:ext>
            </a:extLst>
          </p:cNvPr>
          <p:cNvSpPr/>
          <p:nvPr/>
        </p:nvSpPr>
        <p:spPr>
          <a:xfrm>
            <a:off x="7358830" y="55115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463C95-AA15-4C9B-BD7D-66443B3DCD91}"/>
              </a:ext>
            </a:extLst>
          </p:cNvPr>
          <p:cNvSpPr/>
          <p:nvPr/>
        </p:nvSpPr>
        <p:spPr>
          <a:xfrm>
            <a:off x="8197858" y="5511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9875B6B-32C4-4C50-B1F3-A297CD60306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08093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3CEE4DD-7705-4B9C-8D5D-37F381783A2C}"/>
              </a:ext>
            </a:extLst>
          </p:cNvPr>
          <p:cNvCxnSpPr>
            <a:cxnSpLocks/>
          </p:cNvCxnSpPr>
          <p:nvPr/>
        </p:nvCxnSpPr>
        <p:spPr>
          <a:xfrm>
            <a:off x="192159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D272955-825E-4958-A455-022C831C6C10}"/>
              </a:ext>
            </a:extLst>
          </p:cNvPr>
          <p:cNvCxnSpPr>
            <a:cxnSpLocks/>
          </p:cNvCxnSpPr>
          <p:nvPr/>
        </p:nvCxnSpPr>
        <p:spPr>
          <a:xfrm>
            <a:off x="2762250" y="6335558"/>
            <a:ext cx="388374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AF60358-43E6-46B7-B08B-E623716BA18B}"/>
              </a:ext>
            </a:extLst>
          </p:cNvPr>
          <p:cNvCxnSpPr>
            <a:cxnSpLocks/>
            <a:stCxn id="9" idx="3"/>
            <a:endCxn id="60" idx="1"/>
          </p:cNvCxnSpPr>
          <p:nvPr/>
        </p:nvCxnSpPr>
        <p:spPr>
          <a:xfrm>
            <a:off x="3607824" y="6335558"/>
            <a:ext cx="396977" cy="357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49563FE-D61B-477B-9886-10310E732576}"/>
              </a:ext>
            </a:extLst>
          </p:cNvPr>
          <p:cNvCxnSpPr>
            <a:cxnSpLocks/>
          </p:cNvCxnSpPr>
          <p:nvPr/>
        </p:nvCxnSpPr>
        <p:spPr>
          <a:xfrm>
            <a:off x="528914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EB236BD-2F5B-432F-B15A-12D6337D5583}"/>
              </a:ext>
            </a:extLst>
          </p:cNvPr>
          <p:cNvCxnSpPr>
            <a:cxnSpLocks/>
          </p:cNvCxnSpPr>
          <p:nvPr/>
        </p:nvCxnSpPr>
        <p:spPr>
          <a:xfrm>
            <a:off x="6129798" y="6324393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4FFA8F2-3585-432D-8EB2-930934D63026}"/>
              </a:ext>
            </a:extLst>
          </p:cNvPr>
          <p:cNvCxnSpPr>
            <a:cxnSpLocks/>
          </p:cNvCxnSpPr>
          <p:nvPr/>
        </p:nvCxnSpPr>
        <p:spPr>
          <a:xfrm>
            <a:off x="6970456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EA0724-51A3-42F1-B4CE-956B350A527E}"/>
              </a:ext>
            </a:extLst>
          </p:cNvPr>
          <p:cNvCxnSpPr>
            <a:cxnSpLocks/>
          </p:cNvCxnSpPr>
          <p:nvPr/>
        </p:nvCxnSpPr>
        <p:spPr>
          <a:xfrm>
            <a:off x="781111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D14DE66-2D8A-4A4D-9B03-3C4CAD2B481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1080934" y="5668820"/>
            <a:ext cx="1231277" cy="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97A721C-3BCA-4DEF-9F6B-3722D75C2808}"/>
              </a:ext>
            </a:extLst>
          </p:cNvPr>
          <p:cNvCxnSpPr>
            <a:cxnSpLocks/>
          </p:cNvCxnSpPr>
          <p:nvPr/>
        </p:nvCxnSpPr>
        <p:spPr>
          <a:xfrm flipV="1">
            <a:off x="6122424" y="5664417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2ABBCFC-CE62-459A-89A8-67A6CC233FA7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7811114" y="5668816"/>
            <a:ext cx="386744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9536D3E-3DA0-4EEA-9DB3-E0701E84B48E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flipH="1">
            <a:off x="2536108" y="5826136"/>
            <a:ext cx="2245" cy="352104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C86C4D3-D08B-4AB0-B972-B241929FB0B0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>
            <a:off x="5903656" y="582613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959D6E3-82A7-4140-AC29-5785F266E1A4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7584972" y="58261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89B5F74-39AC-4F31-8FCB-8DB9BEC63986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>
            <a:off x="854792" y="5826137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677D148-F953-47FD-8318-ECC57EB35CBE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>
            <a:off x="8424000" y="58261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C78C8D01-4D8F-4CE5-A9B4-BC574A236E27}"/>
              </a:ext>
            </a:extLst>
          </p:cNvPr>
          <p:cNvSpPr/>
          <p:nvPr/>
        </p:nvSpPr>
        <p:spPr>
          <a:xfrm>
            <a:off x="7353701" y="48462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CB7C24-5573-4BBC-BD33-560A6BF8E67F}"/>
              </a:ext>
            </a:extLst>
          </p:cNvPr>
          <p:cNvSpPr/>
          <p:nvPr/>
        </p:nvSpPr>
        <p:spPr>
          <a:xfrm>
            <a:off x="628650" y="4844755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D3E8F-2488-4A6B-BEE9-9E2F05B0D41E}"/>
              </a:ext>
            </a:extLst>
          </p:cNvPr>
          <p:cNvSpPr/>
          <p:nvPr/>
        </p:nvSpPr>
        <p:spPr>
          <a:xfrm>
            <a:off x="8197858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C0E61F4-4A8B-4ECF-9C2A-B309322EE37D}"/>
              </a:ext>
            </a:extLst>
          </p:cNvPr>
          <p:cNvSpPr/>
          <p:nvPr/>
        </p:nvSpPr>
        <p:spPr>
          <a:xfrm>
            <a:off x="7353701" y="417506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A3AA96-93E8-4680-B032-1E0FCFBD596C}"/>
              </a:ext>
            </a:extLst>
          </p:cNvPr>
          <p:cNvSpPr/>
          <p:nvPr/>
        </p:nvSpPr>
        <p:spPr>
          <a:xfrm>
            <a:off x="8197858" y="417505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265DA4-9441-48F7-90D8-2F61BF6C9582}"/>
              </a:ext>
            </a:extLst>
          </p:cNvPr>
          <p:cNvSpPr/>
          <p:nvPr/>
        </p:nvSpPr>
        <p:spPr>
          <a:xfrm>
            <a:off x="628650" y="4175058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8614DF4-764E-4046-AFE7-A996E043D02A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1080934" y="5002072"/>
            <a:ext cx="6272767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D0CE3BF-44EB-4E32-8F6C-4F70FE6C6EAF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7805985" y="5002072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93BF21-B4D0-464C-9D99-3D8A240159FA}"/>
              </a:ext>
            </a:extLst>
          </p:cNvPr>
          <p:cNvCxnSpPr>
            <a:cxnSpLocks/>
            <a:stCxn id="48" idx="3"/>
            <a:endCxn id="46" idx="1"/>
          </p:cNvCxnSpPr>
          <p:nvPr/>
        </p:nvCxnSpPr>
        <p:spPr>
          <a:xfrm>
            <a:off x="1080934" y="4332375"/>
            <a:ext cx="6272767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CF05D01-E4CE-4240-ACEC-01C8A609366B}"/>
              </a:ext>
            </a:extLst>
          </p:cNvPr>
          <p:cNvCxnSpPr>
            <a:cxnSpLocks/>
          </p:cNvCxnSpPr>
          <p:nvPr/>
        </p:nvCxnSpPr>
        <p:spPr>
          <a:xfrm flipV="1">
            <a:off x="7805984" y="4339726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71B2C6F-E6C2-4DDE-94DE-51689125CAD3}"/>
              </a:ext>
            </a:extLst>
          </p:cNvPr>
          <p:cNvCxnSpPr>
            <a:cxnSpLocks/>
          </p:cNvCxnSpPr>
          <p:nvPr/>
        </p:nvCxnSpPr>
        <p:spPr>
          <a:xfrm>
            <a:off x="842400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7C47B7D-9040-4D72-A8BB-DC4CB7A08FE9}"/>
              </a:ext>
            </a:extLst>
          </p:cNvPr>
          <p:cNvCxnSpPr>
            <a:cxnSpLocks/>
          </p:cNvCxnSpPr>
          <p:nvPr/>
        </p:nvCxnSpPr>
        <p:spPr>
          <a:xfrm>
            <a:off x="8424000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EADE85F-3EC3-4D00-90BC-828C83AFE95F}"/>
              </a:ext>
            </a:extLst>
          </p:cNvPr>
          <p:cNvCxnSpPr>
            <a:cxnSpLocks/>
          </p:cNvCxnSpPr>
          <p:nvPr/>
        </p:nvCxnSpPr>
        <p:spPr>
          <a:xfrm>
            <a:off x="854792" y="5159388"/>
            <a:ext cx="0" cy="35210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E16AA46-A73D-4FA5-B9B4-E5618F9A7498}"/>
              </a:ext>
            </a:extLst>
          </p:cNvPr>
          <p:cNvCxnSpPr>
            <a:cxnSpLocks/>
            <a:stCxn id="48" idx="2"/>
            <a:endCxn id="44" idx="0"/>
          </p:cNvCxnSpPr>
          <p:nvPr/>
        </p:nvCxnSpPr>
        <p:spPr>
          <a:xfrm>
            <a:off x="854792" y="4489691"/>
            <a:ext cx="0" cy="355064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C421DA3-CFD9-4F4F-B074-827FE7131487}"/>
              </a:ext>
            </a:extLst>
          </p:cNvPr>
          <p:cNvCxnSpPr>
            <a:cxnSpLocks/>
          </p:cNvCxnSpPr>
          <p:nvPr/>
        </p:nvCxnSpPr>
        <p:spPr>
          <a:xfrm>
            <a:off x="7584972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9B20D10-1B4E-47C8-9E55-3B4AA4361DE5}"/>
              </a:ext>
            </a:extLst>
          </p:cNvPr>
          <p:cNvCxnSpPr>
            <a:cxnSpLocks/>
          </p:cNvCxnSpPr>
          <p:nvPr/>
        </p:nvCxnSpPr>
        <p:spPr>
          <a:xfrm>
            <a:off x="758497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CB42600-6339-462D-A490-EF8399EC9A94}"/>
              </a:ext>
            </a:extLst>
          </p:cNvPr>
          <p:cNvSpPr txBox="1"/>
          <p:nvPr/>
        </p:nvSpPr>
        <p:spPr>
          <a:xfrm>
            <a:off x="6610288" y="3261125"/>
            <a:ext cx="2039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insert 7.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2F33936-8C5D-4A4F-8050-5DA0AB45016A}"/>
              </a:ext>
            </a:extLst>
          </p:cNvPr>
          <p:cNvSpPr/>
          <p:nvPr/>
        </p:nvSpPr>
        <p:spPr>
          <a:xfrm>
            <a:off x="4004801" y="6181819"/>
            <a:ext cx="452284" cy="31463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7EE83AB-078D-4B0A-B351-219649F7160D}"/>
              </a:ext>
            </a:extLst>
          </p:cNvPr>
          <p:cNvCxnSpPr>
            <a:cxnSpLocks/>
            <a:stCxn id="60" idx="3"/>
            <a:endCxn id="11" idx="1"/>
          </p:cNvCxnSpPr>
          <p:nvPr/>
        </p:nvCxnSpPr>
        <p:spPr>
          <a:xfrm flipV="1">
            <a:off x="4457085" y="6335558"/>
            <a:ext cx="379771" cy="357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Image result for 硬币">
            <a:extLst>
              <a:ext uri="{FF2B5EF4-FFF2-40B4-BE49-F238E27FC236}">
                <a16:creationId xmlns:a16="http://schemas.microsoft.com/office/drawing/2014/main" id="{3F333D37-941E-4910-BBB3-331469D74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6021" r="49920" b="3591"/>
          <a:stretch/>
        </p:blipFill>
        <p:spPr bwMode="auto">
          <a:xfrm>
            <a:off x="3524205" y="5718263"/>
            <a:ext cx="448428" cy="44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8F8BBA1D-EB21-4B92-B509-94F040972D13}"/>
              </a:ext>
            </a:extLst>
          </p:cNvPr>
          <p:cNvSpPr/>
          <p:nvPr/>
        </p:nvSpPr>
        <p:spPr>
          <a:xfrm>
            <a:off x="4004801" y="5507100"/>
            <a:ext cx="452284" cy="31463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27D5CFB-F4D8-454B-8E30-01707E336B37}"/>
              </a:ext>
            </a:extLst>
          </p:cNvPr>
          <p:cNvCxnSpPr>
            <a:cxnSpLocks/>
            <a:stCxn id="17" idx="3"/>
            <a:endCxn id="62" idx="1"/>
          </p:cNvCxnSpPr>
          <p:nvPr/>
        </p:nvCxnSpPr>
        <p:spPr>
          <a:xfrm flipV="1">
            <a:off x="2764495" y="5664417"/>
            <a:ext cx="1240306" cy="440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8F763DC-99ED-479E-A5C4-2099A255CFB3}"/>
              </a:ext>
            </a:extLst>
          </p:cNvPr>
          <p:cNvCxnSpPr>
            <a:cxnSpLocks/>
            <a:stCxn id="62" idx="3"/>
            <a:endCxn id="19" idx="1"/>
          </p:cNvCxnSpPr>
          <p:nvPr/>
        </p:nvCxnSpPr>
        <p:spPr>
          <a:xfrm>
            <a:off x="4457085" y="5664417"/>
            <a:ext cx="1220429" cy="440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C1489DE-39EA-4763-953B-A2BED5C559D6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4230943" y="5821733"/>
            <a:ext cx="0" cy="36008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8" descr="Image result for 硬币">
            <a:extLst>
              <a:ext uri="{FF2B5EF4-FFF2-40B4-BE49-F238E27FC236}">
                <a16:creationId xmlns:a16="http://schemas.microsoft.com/office/drawing/2014/main" id="{7E28F8B4-239A-49C1-AA0F-841CEFB20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6021" r="49920" b="3591"/>
          <a:stretch/>
        </p:blipFill>
        <p:spPr bwMode="auto">
          <a:xfrm>
            <a:off x="3524205" y="5052960"/>
            <a:ext cx="448428" cy="44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9C9CED5D-9F73-4D3C-868A-85F666AF1335}"/>
              </a:ext>
            </a:extLst>
          </p:cNvPr>
          <p:cNvSpPr txBox="1"/>
          <p:nvPr/>
        </p:nvSpPr>
        <p:spPr>
          <a:xfrm>
            <a:off x="135373" y="3805405"/>
            <a:ext cx="49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Lvl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D85E0E4-5E35-480C-9728-C3D871F2CE7B}"/>
              </a:ext>
            </a:extLst>
          </p:cNvPr>
          <p:cNvSpPr txBox="1"/>
          <p:nvPr/>
        </p:nvSpPr>
        <p:spPr>
          <a:xfrm>
            <a:off x="226253" y="612353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0325A68-52BA-4226-926C-B3C1CA7C3DEF}"/>
              </a:ext>
            </a:extLst>
          </p:cNvPr>
          <p:cNvSpPr txBox="1"/>
          <p:nvPr/>
        </p:nvSpPr>
        <p:spPr>
          <a:xfrm>
            <a:off x="228907" y="545680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0F69C8F-A8EB-4B1F-9C9E-D71CFEBA3AD5}"/>
              </a:ext>
            </a:extLst>
          </p:cNvPr>
          <p:cNvSpPr txBox="1"/>
          <p:nvPr/>
        </p:nvSpPr>
        <p:spPr>
          <a:xfrm>
            <a:off x="227197" y="479005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5A72E8C-3D19-4FFD-9C13-7F44ECB674B5}"/>
              </a:ext>
            </a:extLst>
          </p:cNvPr>
          <p:cNvSpPr txBox="1"/>
          <p:nvPr/>
        </p:nvSpPr>
        <p:spPr>
          <a:xfrm>
            <a:off x="232132" y="412331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BBF12D3-D4F8-45AE-84E8-A44C831E9C5F}"/>
              </a:ext>
            </a:extLst>
          </p:cNvPr>
          <p:cNvSpPr/>
          <p:nvPr/>
        </p:nvSpPr>
        <p:spPr>
          <a:xfrm>
            <a:off x="628650" y="1698612"/>
            <a:ext cx="4739763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>
                <a:solidFill>
                  <a:schemeClr val="tx1"/>
                </a:solidFill>
              </a:rPr>
              <a:t>Insert(</a:t>
            </a:r>
            <a:r>
              <a:rPr lang="en-GB" sz="1600" b="1" u="sng" dirty="0" err="1">
                <a:solidFill>
                  <a:schemeClr val="tx1"/>
                </a:solidFill>
              </a:rPr>
              <a:t>L,x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= 1, done = false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(!done)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x into level k list.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Flip a fair coin: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done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k = k+1</a:t>
            </a:r>
          </a:p>
        </p:txBody>
      </p:sp>
    </p:spTree>
    <p:extLst>
      <p:ext uri="{BB962C8B-B14F-4D97-AF65-F5344CB8AC3E}">
        <p14:creationId xmlns:p14="http://schemas.microsoft.com/office/powerpoint/2010/main" val="147812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The real </a:t>
            </a:r>
            <a:r>
              <a:rPr lang="en-US" b="1" dirty="0" err="1"/>
              <a:t>SkipList</a:t>
            </a:r>
            <a:endParaRPr 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05ADB9-A515-4692-BA8F-F98F8DE2079D}"/>
              </a:ext>
            </a:extLst>
          </p:cNvPr>
          <p:cNvSpPr/>
          <p:nvPr/>
        </p:nvSpPr>
        <p:spPr>
          <a:xfrm>
            <a:off x="628650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0BED2B-EA83-4190-A2A6-C727CCA7E564}"/>
              </a:ext>
            </a:extLst>
          </p:cNvPr>
          <p:cNvSpPr/>
          <p:nvPr/>
        </p:nvSpPr>
        <p:spPr>
          <a:xfrm>
            <a:off x="1469308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9FC679-001B-4F35-860D-CBA6302FC573}"/>
              </a:ext>
            </a:extLst>
          </p:cNvPr>
          <p:cNvSpPr/>
          <p:nvPr/>
        </p:nvSpPr>
        <p:spPr>
          <a:xfrm>
            <a:off x="2309966" y="6178240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F8A314-1325-4980-97D3-A6FAD8CEFDD7}"/>
              </a:ext>
            </a:extLst>
          </p:cNvPr>
          <p:cNvSpPr/>
          <p:nvPr/>
        </p:nvSpPr>
        <p:spPr>
          <a:xfrm>
            <a:off x="3155540" y="6178241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513270-6206-4D95-B6F2-92EA784D96BB}"/>
              </a:ext>
            </a:extLst>
          </p:cNvPr>
          <p:cNvSpPr/>
          <p:nvPr/>
        </p:nvSpPr>
        <p:spPr>
          <a:xfrm>
            <a:off x="4836856" y="617824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CAD48D-4C2E-4F8A-AA8C-2A8D50F75677}"/>
              </a:ext>
            </a:extLst>
          </p:cNvPr>
          <p:cNvSpPr/>
          <p:nvPr/>
        </p:nvSpPr>
        <p:spPr>
          <a:xfrm>
            <a:off x="5677514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FB4690-489F-4B50-A412-5A162E343FA9}"/>
              </a:ext>
            </a:extLst>
          </p:cNvPr>
          <p:cNvSpPr/>
          <p:nvPr/>
        </p:nvSpPr>
        <p:spPr>
          <a:xfrm>
            <a:off x="6518172" y="61782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7A0D85-0ECB-46E5-BF29-663BBAE26AE4}"/>
              </a:ext>
            </a:extLst>
          </p:cNvPr>
          <p:cNvSpPr/>
          <p:nvPr/>
        </p:nvSpPr>
        <p:spPr>
          <a:xfrm>
            <a:off x="7358830" y="61782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6D6B00-3CC4-48E8-B561-7052A71A3041}"/>
              </a:ext>
            </a:extLst>
          </p:cNvPr>
          <p:cNvSpPr/>
          <p:nvPr/>
        </p:nvSpPr>
        <p:spPr>
          <a:xfrm>
            <a:off x="8197858" y="61782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C3890-39C2-4FD9-B75D-8FC9D352A17F}"/>
              </a:ext>
            </a:extLst>
          </p:cNvPr>
          <p:cNvSpPr/>
          <p:nvPr/>
        </p:nvSpPr>
        <p:spPr>
          <a:xfrm>
            <a:off x="628650" y="5511504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A5EDBE-5FE9-4CDD-B95B-45202B742163}"/>
              </a:ext>
            </a:extLst>
          </p:cNvPr>
          <p:cNvSpPr/>
          <p:nvPr/>
        </p:nvSpPr>
        <p:spPr>
          <a:xfrm>
            <a:off x="2312211" y="5511503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FACA40-3E90-4A10-A230-7FD62382D365}"/>
              </a:ext>
            </a:extLst>
          </p:cNvPr>
          <p:cNvSpPr/>
          <p:nvPr/>
        </p:nvSpPr>
        <p:spPr>
          <a:xfrm>
            <a:off x="5677514" y="55115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3DDF4A-316B-49EC-8E35-75F1CDE802F9}"/>
              </a:ext>
            </a:extLst>
          </p:cNvPr>
          <p:cNvSpPr/>
          <p:nvPr/>
        </p:nvSpPr>
        <p:spPr>
          <a:xfrm>
            <a:off x="7358830" y="55115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463C95-AA15-4C9B-BD7D-66443B3DCD91}"/>
              </a:ext>
            </a:extLst>
          </p:cNvPr>
          <p:cNvSpPr/>
          <p:nvPr/>
        </p:nvSpPr>
        <p:spPr>
          <a:xfrm>
            <a:off x="8197858" y="5511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9875B6B-32C4-4C50-B1F3-A297CD60306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08093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3CEE4DD-7705-4B9C-8D5D-37F381783A2C}"/>
              </a:ext>
            </a:extLst>
          </p:cNvPr>
          <p:cNvCxnSpPr>
            <a:cxnSpLocks/>
          </p:cNvCxnSpPr>
          <p:nvPr/>
        </p:nvCxnSpPr>
        <p:spPr>
          <a:xfrm>
            <a:off x="1921592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D272955-825E-4958-A455-022C831C6C10}"/>
              </a:ext>
            </a:extLst>
          </p:cNvPr>
          <p:cNvCxnSpPr>
            <a:cxnSpLocks/>
          </p:cNvCxnSpPr>
          <p:nvPr/>
        </p:nvCxnSpPr>
        <p:spPr>
          <a:xfrm>
            <a:off x="2762250" y="6335558"/>
            <a:ext cx="388374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AF60358-43E6-46B7-B08B-E623716BA18B}"/>
              </a:ext>
            </a:extLst>
          </p:cNvPr>
          <p:cNvCxnSpPr>
            <a:cxnSpLocks/>
            <a:stCxn id="9" idx="3"/>
            <a:endCxn id="60" idx="1"/>
          </p:cNvCxnSpPr>
          <p:nvPr/>
        </p:nvCxnSpPr>
        <p:spPr>
          <a:xfrm>
            <a:off x="3607824" y="6335558"/>
            <a:ext cx="396977" cy="357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49563FE-D61B-477B-9886-10310E732576}"/>
              </a:ext>
            </a:extLst>
          </p:cNvPr>
          <p:cNvCxnSpPr>
            <a:cxnSpLocks/>
          </p:cNvCxnSpPr>
          <p:nvPr/>
        </p:nvCxnSpPr>
        <p:spPr>
          <a:xfrm>
            <a:off x="5289140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EB236BD-2F5B-432F-B15A-12D6337D5583}"/>
              </a:ext>
            </a:extLst>
          </p:cNvPr>
          <p:cNvCxnSpPr>
            <a:cxnSpLocks/>
          </p:cNvCxnSpPr>
          <p:nvPr/>
        </p:nvCxnSpPr>
        <p:spPr>
          <a:xfrm>
            <a:off x="6129798" y="6324393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4FFA8F2-3585-432D-8EB2-930934D63026}"/>
              </a:ext>
            </a:extLst>
          </p:cNvPr>
          <p:cNvCxnSpPr>
            <a:cxnSpLocks/>
          </p:cNvCxnSpPr>
          <p:nvPr/>
        </p:nvCxnSpPr>
        <p:spPr>
          <a:xfrm>
            <a:off x="6970456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EA0724-51A3-42F1-B4CE-956B350A527E}"/>
              </a:ext>
            </a:extLst>
          </p:cNvPr>
          <p:cNvCxnSpPr>
            <a:cxnSpLocks/>
          </p:cNvCxnSpPr>
          <p:nvPr/>
        </p:nvCxnSpPr>
        <p:spPr>
          <a:xfrm>
            <a:off x="7811114" y="6335558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D14DE66-2D8A-4A4D-9B03-3C4CAD2B481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1080934" y="5668820"/>
            <a:ext cx="1231277" cy="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97A721C-3BCA-4DEF-9F6B-3722D75C2808}"/>
              </a:ext>
            </a:extLst>
          </p:cNvPr>
          <p:cNvCxnSpPr>
            <a:cxnSpLocks/>
          </p:cNvCxnSpPr>
          <p:nvPr/>
        </p:nvCxnSpPr>
        <p:spPr>
          <a:xfrm flipV="1">
            <a:off x="6122424" y="5664417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2ABBCFC-CE62-459A-89A8-67A6CC233FA7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7811114" y="5668816"/>
            <a:ext cx="386744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9536D3E-3DA0-4EEA-9DB3-E0701E84B48E}"/>
              </a:ext>
            </a:extLst>
          </p:cNvPr>
          <p:cNvCxnSpPr>
            <a:cxnSpLocks/>
            <a:stCxn id="17" idx="2"/>
            <a:endCxn id="8" idx="0"/>
          </p:cNvCxnSpPr>
          <p:nvPr/>
        </p:nvCxnSpPr>
        <p:spPr>
          <a:xfrm flipH="1">
            <a:off x="2536108" y="5826136"/>
            <a:ext cx="2245" cy="352104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C86C4D3-D08B-4AB0-B972-B241929FB0B0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>
            <a:off x="5903656" y="582613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959D6E3-82A7-4140-AC29-5785F266E1A4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>
            <a:off x="7584972" y="58261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89B5F74-39AC-4F31-8FCB-8DB9BEC63986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>
            <a:off x="854792" y="5826137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677D148-F953-47FD-8318-ECC57EB35CBE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>
            <a:off x="8424000" y="58261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C78C8D01-4D8F-4CE5-A9B4-BC574A236E27}"/>
              </a:ext>
            </a:extLst>
          </p:cNvPr>
          <p:cNvSpPr/>
          <p:nvPr/>
        </p:nvSpPr>
        <p:spPr>
          <a:xfrm>
            <a:off x="7353701" y="48462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CB7C24-5573-4BBC-BD33-560A6BF8E67F}"/>
              </a:ext>
            </a:extLst>
          </p:cNvPr>
          <p:cNvSpPr/>
          <p:nvPr/>
        </p:nvSpPr>
        <p:spPr>
          <a:xfrm>
            <a:off x="628650" y="4844755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D3E8F-2488-4A6B-BEE9-9E2F05B0D41E}"/>
              </a:ext>
            </a:extLst>
          </p:cNvPr>
          <p:cNvSpPr/>
          <p:nvPr/>
        </p:nvSpPr>
        <p:spPr>
          <a:xfrm>
            <a:off x="8197858" y="48447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C0E61F4-4A8B-4ECF-9C2A-B309322EE37D}"/>
              </a:ext>
            </a:extLst>
          </p:cNvPr>
          <p:cNvSpPr/>
          <p:nvPr/>
        </p:nvSpPr>
        <p:spPr>
          <a:xfrm>
            <a:off x="7353701" y="417506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A3AA96-93E8-4680-B032-1E0FCFBD596C}"/>
              </a:ext>
            </a:extLst>
          </p:cNvPr>
          <p:cNvSpPr/>
          <p:nvPr/>
        </p:nvSpPr>
        <p:spPr>
          <a:xfrm>
            <a:off x="8197858" y="417505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265DA4-9441-48F7-90D8-2F61BF6C9582}"/>
              </a:ext>
            </a:extLst>
          </p:cNvPr>
          <p:cNvSpPr/>
          <p:nvPr/>
        </p:nvSpPr>
        <p:spPr>
          <a:xfrm>
            <a:off x="628650" y="4175058"/>
            <a:ext cx="452284" cy="3146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D0CE3BF-44EB-4E32-8F6C-4F70FE6C6EAF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7805985" y="5002072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93BF21-B4D0-464C-9D99-3D8A240159FA}"/>
              </a:ext>
            </a:extLst>
          </p:cNvPr>
          <p:cNvCxnSpPr>
            <a:cxnSpLocks/>
            <a:stCxn id="48" idx="3"/>
            <a:endCxn id="46" idx="1"/>
          </p:cNvCxnSpPr>
          <p:nvPr/>
        </p:nvCxnSpPr>
        <p:spPr>
          <a:xfrm>
            <a:off x="1080934" y="4332375"/>
            <a:ext cx="6272767" cy="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CF05D01-E4CE-4240-ACEC-01C8A609366B}"/>
              </a:ext>
            </a:extLst>
          </p:cNvPr>
          <p:cNvCxnSpPr>
            <a:cxnSpLocks/>
          </p:cNvCxnSpPr>
          <p:nvPr/>
        </p:nvCxnSpPr>
        <p:spPr>
          <a:xfrm flipV="1">
            <a:off x="7805984" y="4339726"/>
            <a:ext cx="391873" cy="144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71B2C6F-E6C2-4DDE-94DE-51689125CAD3}"/>
              </a:ext>
            </a:extLst>
          </p:cNvPr>
          <p:cNvCxnSpPr>
            <a:cxnSpLocks/>
          </p:cNvCxnSpPr>
          <p:nvPr/>
        </p:nvCxnSpPr>
        <p:spPr>
          <a:xfrm>
            <a:off x="8424000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7C47B7D-9040-4D72-A8BB-DC4CB7A08FE9}"/>
              </a:ext>
            </a:extLst>
          </p:cNvPr>
          <p:cNvCxnSpPr>
            <a:cxnSpLocks/>
          </p:cNvCxnSpPr>
          <p:nvPr/>
        </p:nvCxnSpPr>
        <p:spPr>
          <a:xfrm>
            <a:off x="8424000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EADE85F-3EC3-4D00-90BC-828C83AFE95F}"/>
              </a:ext>
            </a:extLst>
          </p:cNvPr>
          <p:cNvCxnSpPr>
            <a:cxnSpLocks/>
          </p:cNvCxnSpPr>
          <p:nvPr/>
        </p:nvCxnSpPr>
        <p:spPr>
          <a:xfrm>
            <a:off x="854792" y="5159388"/>
            <a:ext cx="0" cy="35210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E16AA46-A73D-4FA5-B9B4-E5618F9A7498}"/>
              </a:ext>
            </a:extLst>
          </p:cNvPr>
          <p:cNvCxnSpPr>
            <a:cxnSpLocks/>
            <a:stCxn id="48" idx="2"/>
            <a:endCxn id="44" idx="0"/>
          </p:cNvCxnSpPr>
          <p:nvPr/>
        </p:nvCxnSpPr>
        <p:spPr>
          <a:xfrm>
            <a:off x="854792" y="4489691"/>
            <a:ext cx="0" cy="355064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C421DA3-CFD9-4F4F-B074-827FE7131487}"/>
              </a:ext>
            </a:extLst>
          </p:cNvPr>
          <p:cNvCxnSpPr>
            <a:cxnSpLocks/>
          </p:cNvCxnSpPr>
          <p:nvPr/>
        </p:nvCxnSpPr>
        <p:spPr>
          <a:xfrm>
            <a:off x="7584972" y="4489691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9B20D10-1B4E-47C8-9E55-3B4AA4361DE5}"/>
              </a:ext>
            </a:extLst>
          </p:cNvPr>
          <p:cNvCxnSpPr>
            <a:cxnSpLocks/>
          </p:cNvCxnSpPr>
          <p:nvPr/>
        </p:nvCxnSpPr>
        <p:spPr>
          <a:xfrm>
            <a:off x="7584972" y="515938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CB42600-6339-462D-A490-EF8399EC9A94}"/>
              </a:ext>
            </a:extLst>
          </p:cNvPr>
          <p:cNvSpPr txBox="1"/>
          <p:nvPr/>
        </p:nvSpPr>
        <p:spPr>
          <a:xfrm>
            <a:off x="6610288" y="3261125"/>
            <a:ext cx="2039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insert 7.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2F33936-8C5D-4A4F-8050-5DA0AB45016A}"/>
              </a:ext>
            </a:extLst>
          </p:cNvPr>
          <p:cNvSpPr/>
          <p:nvPr/>
        </p:nvSpPr>
        <p:spPr>
          <a:xfrm>
            <a:off x="4004801" y="6181819"/>
            <a:ext cx="452284" cy="31463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7EE83AB-078D-4B0A-B351-219649F7160D}"/>
              </a:ext>
            </a:extLst>
          </p:cNvPr>
          <p:cNvCxnSpPr>
            <a:cxnSpLocks/>
            <a:stCxn id="60" idx="3"/>
            <a:endCxn id="11" idx="1"/>
          </p:cNvCxnSpPr>
          <p:nvPr/>
        </p:nvCxnSpPr>
        <p:spPr>
          <a:xfrm flipV="1">
            <a:off x="4457085" y="6335558"/>
            <a:ext cx="379771" cy="3578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Image result for 硬币">
            <a:extLst>
              <a:ext uri="{FF2B5EF4-FFF2-40B4-BE49-F238E27FC236}">
                <a16:creationId xmlns:a16="http://schemas.microsoft.com/office/drawing/2014/main" id="{3F333D37-941E-4910-BBB3-331469D74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6021" r="49920" b="3591"/>
          <a:stretch/>
        </p:blipFill>
        <p:spPr bwMode="auto">
          <a:xfrm>
            <a:off x="3524205" y="5718263"/>
            <a:ext cx="448428" cy="44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8F8BBA1D-EB21-4B92-B509-94F040972D13}"/>
              </a:ext>
            </a:extLst>
          </p:cNvPr>
          <p:cNvSpPr/>
          <p:nvPr/>
        </p:nvSpPr>
        <p:spPr>
          <a:xfrm>
            <a:off x="4004801" y="5507100"/>
            <a:ext cx="452284" cy="31463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27D5CFB-F4D8-454B-8E30-01707E336B37}"/>
              </a:ext>
            </a:extLst>
          </p:cNvPr>
          <p:cNvCxnSpPr>
            <a:cxnSpLocks/>
            <a:stCxn id="17" idx="3"/>
            <a:endCxn id="62" idx="1"/>
          </p:cNvCxnSpPr>
          <p:nvPr/>
        </p:nvCxnSpPr>
        <p:spPr>
          <a:xfrm flipV="1">
            <a:off x="2764495" y="5664417"/>
            <a:ext cx="1240306" cy="440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8F763DC-99ED-479E-A5C4-2099A255CFB3}"/>
              </a:ext>
            </a:extLst>
          </p:cNvPr>
          <p:cNvCxnSpPr>
            <a:cxnSpLocks/>
            <a:stCxn id="62" idx="3"/>
            <a:endCxn id="19" idx="1"/>
          </p:cNvCxnSpPr>
          <p:nvPr/>
        </p:nvCxnSpPr>
        <p:spPr>
          <a:xfrm>
            <a:off x="4457085" y="5664417"/>
            <a:ext cx="1220429" cy="440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C1489DE-39EA-4763-953B-A2BED5C559D6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4230943" y="5821733"/>
            <a:ext cx="0" cy="36008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8" descr="Image result for 硬币">
            <a:extLst>
              <a:ext uri="{FF2B5EF4-FFF2-40B4-BE49-F238E27FC236}">
                <a16:creationId xmlns:a16="http://schemas.microsoft.com/office/drawing/2014/main" id="{7E28F8B4-239A-49C1-AA0F-841CEFB20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6021" r="49920" b="3591"/>
          <a:stretch/>
        </p:blipFill>
        <p:spPr bwMode="auto">
          <a:xfrm>
            <a:off x="3524205" y="5052960"/>
            <a:ext cx="448428" cy="44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6382EE01-7351-4D01-99CC-EC405560A9B6}"/>
              </a:ext>
            </a:extLst>
          </p:cNvPr>
          <p:cNvSpPr/>
          <p:nvPr/>
        </p:nvSpPr>
        <p:spPr>
          <a:xfrm>
            <a:off x="4003786" y="4844754"/>
            <a:ext cx="452284" cy="31463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1F60D7F-A8B7-4BA0-B127-92C447899C69}"/>
              </a:ext>
            </a:extLst>
          </p:cNvPr>
          <p:cNvCxnSpPr>
            <a:cxnSpLocks/>
            <a:stCxn id="44" idx="3"/>
            <a:endCxn id="67" idx="1"/>
          </p:cNvCxnSpPr>
          <p:nvPr/>
        </p:nvCxnSpPr>
        <p:spPr>
          <a:xfrm flipV="1">
            <a:off x="1080934" y="5002071"/>
            <a:ext cx="2922852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5062B78-22AB-4F07-BB7A-BFBE4AAAB43C}"/>
              </a:ext>
            </a:extLst>
          </p:cNvPr>
          <p:cNvCxnSpPr>
            <a:cxnSpLocks/>
            <a:stCxn id="67" idx="3"/>
            <a:endCxn id="43" idx="1"/>
          </p:cNvCxnSpPr>
          <p:nvPr/>
        </p:nvCxnSpPr>
        <p:spPr>
          <a:xfrm>
            <a:off x="4456070" y="5002071"/>
            <a:ext cx="2897631" cy="144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F266BEA-00E2-487F-816F-D1309CE3406A}"/>
              </a:ext>
            </a:extLst>
          </p:cNvPr>
          <p:cNvCxnSpPr>
            <a:cxnSpLocks/>
            <a:stCxn id="67" idx="2"/>
            <a:endCxn id="62" idx="0"/>
          </p:cNvCxnSpPr>
          <p:nvPr/>
        </p:nvCxnSpPr>
        <p:spPr>
          <a:xfrm>
            <a:off x="4229928" y="5159387"/>
            <a:ext cx="1015" cy="34771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8" descr="Image result for 硬币">
            <a:extLst>
              <a:ext uri="{FF2B5EF4-FFF2-40B4-BE49-F238E27FC236}">
                <a16:creationId xmlns:a16="http://schemas.microsoft.com/office/drawing/2014/main" id="{2E8954EE-CEB6-4D7C-8F96-233C8AEDE0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37" t="6531" r="1205" b="3080"/>
          <a:stretch/>
        </p:blipFill>
        <p:spPr bwMode="auto">
          <a:xfrm>
            <a:off x="3524205" y="4381820"/>
            <a:ext cx="448428" cy="44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0A55296E-FE68-4A83-9EB5-DA0F69770BA3}"/>
              </a:ext>
            </a:extLst>
          </p:cNvPr>
          <p:cNvSpPr txBox="1"/>
          <p:nvPr/>
        </p:nvSpPr>
        <p:spPr>
          <a:xfrm>
            <a:off x="135373" y="3805405"/>
            <a:ext cx="49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Lvl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E08B2F7-016B-4094-A0C1-60F50BE1158C}"/>
              </a:ext>
            </a:extLst>
          </p:cNvPr>
          <p:cNvSpPr txBox="1"/>
          <p:nvPr/>
        </p:nvSpPr>
        <p:spPr>
          <a:xfrm>
            <a:off x="226253" y="612353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D31528E-524E-476E-AF66-6A83E92A3C55}"/>
              </a:ext>
            </a:extLst>
          </p:cNvPr>
          <p:cNvSpPr txBox="1"/>
          <p:nvPr/>
        </p:nvSpPr>
        <p:spPr>
          <a:xfrm>
            <a:off x="228907" y="545680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60A291F-042B-4F28-900F-8E355162B835}"/>
              </a:ext>
            </a:extLst>
          </p:cNvPr>
          <p:cNvSpPr txBox="1"/>
          <p:nvPr/>
        </p:nvSpPr>
        <p:spPr>
          <a:xfrm>
            <a:off x="227197" y="479005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09CF4E9-C623-4BAD-9839-868CF574DC33}"/>
              </a:ext>
            </a:extLst>
          </p:cNvPr>
          <p:cNvSpPr txBox="1"/>
          <p:nvPr/>
        </p:nvSpPr>
        <p:spPr>
          <a:xfrm>
            <a:off x="232132" y="4123315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8FDF5F3-A696-4630-B896-C1701712CC99}"/>
                  </a:ext>
                </a:extLst>
              </p:cNvPr>
              <p:cNvSpPr txBox="1"/>
              <p:nvPr/>
            </p:nvSpPr>
            <p:spPr>
              <a:xfrm>
                <a:off x="5392202" y="1605879"/>
                <a:ext cx="3544881" cy="13443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Time complexity of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in expectation.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high probability.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(with prob.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≥1−</m:t>
                    </m:r>
                    <m:f>
                      <m:fPr>
                        <m:type m:val="lin"/>
                        <m:ctrlP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  <a:endParaRPr lang="en-US" sz="2000" dirty="0"/>
              </a:p>
            </p:txBody>
          </p:sp>
        </mc:Choice>
        <mc:Fallback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8FDF5F3-A696-4630-B896-C1701712C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202" y="1605879"/>
                <a:ext cx="3544881" cy="1344342"/>
              </a:xfrm>
              <a:prstGeom prst="rect">
                <a:avLst/>
              </a:prstGeom>
              <a:blipFill>
                <a:blip r:embed="rId3"/>
                <a:stretch>
                  <a:fillRect l="-1893" t="-2262" r="-1033" b="-45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 81">
            <a:extLst>
              <a:ext uri="{FF2B5EF4-FFF2-40B4-BE49-F238E27FC236}">
                <a16:creationId xmlns:a16="http://schemas.microsoft.com/office/drawing/2014/main" id="{16D46722-FFFF-4435-A2E5-9FEF18F211A3}"/>
              </a:ext>
            </a:extLst>
          </p:cNvPr>
          <p:cNvSpPr/>
          <p:nvPr/>
        </p:nvSpPr>
        <p:spPr>
          <a:xfrm>
            <a:off x="628650" y="1698612"/>
            <a:ext cx="4739763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>
                <a:solidFill>
                  <a:schemeClr val="tx1"/>
                </a:solidFill>
              </a:rPr>
              <a:t>Insert(</a:t>
            </a:r>
            <a:r>
              <a:rPr lang="en-GB" sz="1600" b="1" u="sng" dirty="0" err="1">
                <a:solidFill>
                  <a:schemeClr val="tx1"/>
                </a:solidFill>
              </a:rPr>
              <a:t>L,x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= 1, done = false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(!done)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x into level k list.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Flip a fair coin: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done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k = k+1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6A99899A-A846-4F22-8D18-1E96BDCC8AAB}"/>
                  </a:ext>
                </a:extLst>
              </p:cNvPr>
              <p:cNvSpPr txBox="1"/>
              <p:nvPr/>
            </p:nvSpPr>
            <p:spPr>
              <a:xfrm>
                <a:off x="5368413" y="3007685"/>
                <a:ext cx="358143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Max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-element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SkipList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high probability.</a:t>
                </a:r>
              </a:p>
            </p:txBody>
          </p:sp>
        </mc:Choice>
        <mc:Fallback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6A99899A-A846-4F22-8D18-1E96BDCC8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413" y="3007685"/>
                <a:ext cx="3581430" cy="707886"/>
              </a:xfrm>
              <a:prstGeom prst="rect">
                <a:avLst/>
              </a:prstGeom>
              <a:blipFill>
                <a:blip r:embed="rId4"/>
                <a:stretch>
                  <a:fillRect l="-1874" t="-4274" r="-1193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文本框 82">
            <a:extLst>
              <a:ext uri="{FF2B5EF4-FFF2-40B4-BE49-F238E27FC236}">
                <a16:creationId xmlns:a16="http://schemas.microsoft.com/office/drawing/2014/main" id="{58A4174F-A419-4C93-8C73-FCC6846D27B7}"/>
              </a:ext>
            </a:extLst>
          </p:cNvPr>
          <p:cNvSpPr txBox="1"/>
          <p:nvPr/>
        </p:nvSpPr>
        <p:spPr>
          <a:xfrm>
            <a:off x="3067527" y="3891528"/>
            <a:ext cx="5672258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But search time is affected with such </a:t>
            </a:r>
            <a:r>
              <a:rPr lang="en-US" sz="2400" b="1" dirty="0"/>
              <a:t>Insert</a:t>
            </a:r>
            <a:r>
              <a:rPr lang="en-US" sz="2400" dirty="0"/>
              <a:t>!</a:t>
            </a:r>
          </a:p>
          <a:p>
            <a:r>
              <a:rPr lang="en-US" sz="2400" dirty="0"/>
              <a:t>(“</a:t>
            </a:r>
            <a:r>
              <a:rPr lang="en-US" sz="2400" strike="sngStrike" dirty="0"/>
              <a:t>Every level reduce # of elements by half</a:t>
            </a:r>
            <a:r>
              <a:rPr lang="en-US" sz="2400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91823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81" grpId="0"/>
      <p:bldP spid="8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The real </a:t>
            </a:r>
            <a:r>
              <a:rPr lang="en-US" b="1" dirty="0" err="1"/>
              <a:t>SkipList</a:t>
            </a:r>
            <a:endParaRPr lang="en-US" b="1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EB923DA-5D82-4EDB-88F3-F2048B8283C3}"/>
              </a:ext>
            </a:extLst>
          </p:cNvPr>
          <p:cNvSpPr/>
          <p:nvPr/>
        </p:nvSpPr>
        <p:spPr>
          <a:xfrm>
            <a:off x="628650" y="1670565"/>
            <a:ext cx="4739763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>
                <a:solidFill>
                  <a:schemeClr val="tx1"/>
                </a:solidFill>
              </a:rPr>
              <a:t>Insert(</a:t>
            </a:r>
            <a:r>
              <a:rPr lang="en-GB" sz="1600" b="1" u="sng" dirty="0" err="1">
                <a:solidFill>
                  <a:schemeClr val="tx1"/>
                </a:solidFill>
              </a:rPr>
              <a:t>L,x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= 1, done = false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(!done)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x into level k list.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Flip a fair coin: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done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k = k+1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E37099E-22AA-4F6D-9EA4-6BEEA928D81A}"/>
                  </a:ext>
                </a:extLst>
              </p:cNvPr>
              <p:cNvSpPr txBox="1"/>
              <p:nvPr/>
            </p:nvSpPr>
            <p:spPr>
              <a:xfrm>
                <a:off x="5368413" y="1670565"/>
                <a:ext cx="358143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Max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-element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SkipList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high probability.</a:t>
                </a:r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E37099E-22AA-4F6D-9EA4-6BEEA928D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413" y="1670565"/>
                <a:ext cx="3581430" cy="707886"/>
              </a:xfrm>
              <a:prstGeom prst="rect">
                <a:avLst/>
              </a:prstGeom>
              <a:blipFill>
                <a:blip r:embed="rId2"/>
                <a:stretch>
                  <a:fillRect l="-1874" t="-4310" r="-1193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矩形 83">
            <a:extLst>
              <a:ext uri="{FF2B5EF4-FFF2-40B4-BE49-F238E27FC236}">
                <a16:creationId xmlns:a16="http://schemas.microsoft.com/office/drawing/2014/main" id="{ED91D2C5-86B2-473D-B71D-ECCD1705B0F6}"/>
              </a:ext>
            </a:extLst>
          </p:cNvPr>
          <p:cNvSpPr/>
          <p:nvPr/>
        </p:nvSpPr>
        <p:spPr>
          <a:xfrm>
            <a:off x="176366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16B7BD5-AF71-47CC-8726-FC9A4E69C6F2}"/>
              </a:ext>
            </a:extLst>
          </p:cNvPr>
          <p:cNvSpPr/>
          <p:nvPr/>
        </p:nvSpPr>
        <p:spPr>
          <a:xfrm>
            <a:off x="1017024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7530B59-91CD-4A27-87F8-359D467EC2B7}"/>
              </a:ext>
            </a:extLst>
          </p:cNvPr>
          <p:cNvSpPr/>
          <p:nvPr/>
        </p:nvSpPr>
        <p:spPr>
          <a:xfrm>
            <a:off x="1857682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CBCA2E6-E9B5-4235-BEEB-FB3EB3EF304C}"/>
              </a:ext>
            </a:extLst>
          </p:cNvPr>
          <p:cNvSpPr/>
          <p:nvPr/>
        </p:nvSpPr>
        <p:spPr>
          <a:xfrm>
            <a:off x="2703256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38B098A-74AF-4816-800C-5E130BCBB6C1}"/>
              </a:ext>
            </a:extLst>
          </p:cNvPr>
          <p:cNvSpPr/>
          <p:nvPr/>
        </p:nvSpPr>
        <p:spPr>
          <a:xfrm>
            <a:off x="3543914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E3B10AE-B8BF-45CC-920B-16BCAA168C05}"/>
              </a:ext>
            </a:extLst>
          </p:cNvPr>
          <p:cNvSpPr/>
          <p:nvPr/>
        </p:nvSpPr>
        <p:spPr>
          <a:xfrm>
            <a:off x="4384572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1762FAC-0839-4E50-87D6-813A76716B23}"/>
              </a:ext>
            </a:extLst>
          </p:cNvPr>
          <p:cNvSpPr/>
          <p:nvPr/>
        </p:nvSpPr>
        <p:spPr>
          <a:xfrm>
            <a:off x="5225230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E8ADECE-3DAD-4CD4-8396-333CDD819ACE}"/>
              </a:ext>
            </a:extLst>
          </p:cNvPr>
          <p:cNvSpPr/>
          <p:nvPr/>
        </p:nvSpPr>
        <p:spPr>
          <a:xfrm>
            <a:off x="6065888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1D7DF56-34C6-46AB-ACEF-2B914E11EE23}"/>
              </a:ext>
            </a:extLst>
          </p:cNvPr>
          <p:cNvSpPr/>
          <p:nvPr/>
        </p:nvSpPr>
        <p:spPr>
          <a:xfrm>
            <a:off x="6906546" y="6346053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C517F81-1610-444F-A6C5-69319B85EE8D}"/>
              </a:ext>
            </a:extLst>
          </p:cNvPr>
          <p:cNvSpPr/>
          <p:nvPr/>
        </p:nvSpPr>
        <p:spPr>
          <a:xfrm>
            <a:off x="7745574" y="634605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A37E2BE-5D65-4F5E-8ADF-57009C47E48F}"/>
              </a:ext>
            </a:extLst>
          </p:cNvPr>
          <p:cNvSpPr/>
          <p:nvPr/>
        </p:nvSpPr>
        <p:spPr>
          <a:xfrm>
            <a:off x="176366" y="567931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2E5DA1F-8129-4DA0-AF07-6DEF14BC771E}"/>
              </a:ext>
            </a:extLst>
          </p:cNvPr>
          <p:cNvSpPr/>
          <p:nvPr/>
        </p:nvSpPr>
        <p:spPr>
          <a:xfrm>
            <a:off x="1859927" y="5679317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6FD52179-03C2-43A1-802B-B3B22B7210EF}"/>
              </a:ext>
            </a:extLst>
          </p:cNvPr>
          <p:cNvSpPr/>
          <p:nvPr/>
        </p:nvSpPr>
        <p:spPr>
          <a:xfrm>
            <a:off x="3543914" y="567931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5DC6DDB-9961-44A8-A9AC-A2C522252AC8}"/>
              </a:ext>
            </a:extLst>
          </p:cNvPr>
          <p:cNvSpPr/>
          <p:nvPr/>
        </p:nvSpPr>
        <p:spPr>
          <a:xfrm>
            <a:off x="5225230" y="567931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4093152-83D5-418F-81F8-C6814BD0D063}"/>
              </a:ext>
            </a:extLst>
          </p:cNvPr>
          <p:cNvSpPr/>
          <p:nvPr/>
        </p:nvSpPr>
        <p:spPr>
          <a:xfrm>
            <a:off x="6906546" y="567931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AB5DA9F7-B2C4-42C3-A3F8-C89B40A69BAE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628650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8FF95BD6-7A8E-4E7A-9B4B-FD70719A92D2}"/>
              </a:ext>
            </a:extLst>
          </p:cNvPr>
          <p:cNvCxnSpPr>
            <a:cxnSpLocks/>
          </p:cNvCxnSpPr>
          <p:nvPr/>
        </p:nvCxnSpPr>
        <p:spPr>
          <a:xfrm>
            <a:off x="1469308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3FCD94-4453-44B1-8448-7B1B610CA6A4}"/>
              </a:ext>
            </a:extLst>
          </p:cNvPr>
          <p:cNvCxnSpPr>
            <a:cxnSpLocks/>
          </p:cNvCxnSpPr>
          <p:nvPr/>
        </p:nvCxnSpPr>
        <p:spPr>
          <a:xfrm>
            <a:off x="2309966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43B467A-3587-4E45-B987-D80302A99FDA}"/>
              </a:ext>
            </a:extLst>
          </p:cNvPr>
          <p:cNvCxnSpPr>
            <a:cxnSpLocks/>
          </p:cNvCxnSpPr>
          <p:nvPr/>
        </p:nvCxnSpPr>
        <p:spPr>
          <a:xfrm>
            <a:off x="3155540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1BAE8C8-EE2C-425D-9A2F-F2A4D4215135}"/>
              </a:ext>
            </a:extLst>
          </p:cNvPr>
          <p:cNvCxnSpPr>
            <a:cxnSpLocks/>
          </p:cNvCxnSpPr>
          <p:nvPr/>
        </p:nvCxnSpPr>
        <p:spPr>
          <a:xfrm>
            <a:off x="3996198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81CDA38-F80F-41E8-A501-483A05635945}"/>
              </a:ext>
            </a:extLst>
          </p:cNvPr>
          <p:cNvCxnSpPr>
            <a:cxnSpLocks/>
          </p:cNvCxnSpPr>
          <p:nvPr/>
        </p:nvCxnSpPr>
        <p:spPr>
          <a:xfrm>
            <a:off x="4836856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05390BE0-643B-4BEE-ABA6-3ABFCB6011FF}"/>
              </a:ext>
            </a:extLst>
          </p:cNvPr>
          <p:cNvCxnSpPr>
            <a:cxnSpLocks/>
          </p:cNvCxnSpPr>
          <p:nvPr/>
        </p:nvCxnSpPr>
        <p:spPr>
          <a:xfrm>
            <a:off x="5677514" y="649220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B3B35AF3-1F29-4601-B48D-48FE1CC6382F}"/>
              </a:ext>
            </a:extLst>
          </p:cNvPr>
          <p:cNvCxnSpPr>
            <a:cxnSpLocks/>
          </p:cNvCxnSpPr>
          <p:nvPr/>
        </p:nvCxnSpPr>
        <p:spPr>
          <a:xfrm>
            <a:off x="6518172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57045BC0-F25E-4B02-9DFC-9E6BE95C7185}"/>
              </a:ext>
            </a:extLst>
          </p:cNvPr>
          <p:cNvCxnSpPr>
            <a:cxnSpLocks/>
          </p:cNvCxnSpPr>
          <p:nvPr/>
        </p:nvCxnSpPr>
        <p:spPr>
          <a:xfrm>
            <a:off x="7358830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5210BA0-DD52-47A6-B967-D7D733FB1A93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 flipV="1">
            <a:off x="628650" y="5836634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F3B700CC-039C-4722-9219-8C3265EFC2F5}"/>
              </a:ext>
            </a:extLst>
          </p:cNvPr>
          <p:cNvCxnSpPr>
            <a:cxnSpLocks/>
          </p:cNvCxnSpPr>
          <p:nvPr/>
        </p:nvCxnSpPr>
        <p:spPr>
          <a:xfrm flipV="1">
            <a:off x="2307721" y="5836629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DDAF0508-FACD-474C-82FD-2283BC206D20}"/>
              </a:ext>
            </a:extLst>
          </p:cNvPr>
          <p:cNvCxnSpPr>
            <a:cxnSpLocks/>
          </p:cNvCxnSpPr>
          <p:nvPr/>
        </p:nvCxnSpPr>
        <p:spPr>
          <a:xfrm flipV="1">
            <a:off x="3995075" y="5842063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F4EC1AD-30B0-4C32-857F-B79353A1CBAD}"/>
              </a:ext>
            </a:extLst>
          </p:cNvPr>
          <p:cNvCxnSpPr>
            <a:cxnSpLocks/>
          </p:cNvCxnSpPr>
          <p:nvPr/>
        </p:nvCxnSpPr>
        <p:spPr>
          <a:xfrm flipV="1">
            <a:off x="5670140" y="5832231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C568FA55-0705-4692-9773-688FC22C43E6}"/>
              </a:ext>
            </a:extLst>
          </p:cNvPr>
          <p:cNvCxnSpPr>
            <a:cxnSpLocks/>
            <a:stCxn id="95" idx="2"/>
            <a:endCxn id="86" idx="0"/>
          </p:cNvCxnSpPr>
          <p:nvPr/>
        </p:nvCxnSpPr>
        <p:spPr>
          <a:xfrm flipH="1">
            <a:off x="2083824" y="5993950"/>
            <a:ext cx="2245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52BF50DA-86C4-4943-81B4-2008BFA5BF26}"/>
              </a:ext>
            </a:extLst>
          </p:cNvPr>
          <p:cNvCxnSpPr>
            <a:cxnSpLocks/>
            <a:stCxn id="96" idx="2"/>
            <a:endCxn id="88" idx="0"/>
          </p:cNvCxnSpPr>
          <p:nvPr/>
        </p:nvCxnSpPr>
        <p:spPr>
          <a:xfrm>
            <a:off x="3770056" y="5993949"/>
            <a:ext cx="0" cy="35210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F4DEF1A9-7A2D-4CFC-89F6-E198DA95FCED}"/>
              </a:ext>
            </a:extLst>
          </p:cNvPr>
          <p:cNvCxnSpPr>
            <a:cxnSpLocks/>
            <a:stCxn id="97" idx="2"/>
            <a:endCxn id="90" idx="0"/>
          </p:cNvCxnSpPr>
          <p:nvPr/>
        </p:nvCxnSpPr>
        <p:spPr>
          <a:xfrm>
            <a:off x="5451372" y="599394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8905CEC-10F9-4119-8E05-F6B54568BBDA}"/>
              </a:ext>
            </a:extLst>
          </p:cNvPr>
          <p:cNvCxnSpPr>
            <a:cxnSpLocks/>
            <a:stCxn id="98" idx="2"/>
            <a:endCxn id="92" idx="0"/>
          </p:cNvCxnSpPr>
          <p:nvPr/>
        </p:nvCxnSpPr>
        <p:spPr>
          <a:xfrm>
            <a:off x="7132688" y="5993947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A308CA2B-16C5-4E5F-A3BD-484AC2EF09BF}"/>
              </a:ext>
            </a:extLst>
          </p:cNvPr>
          <p:cNvCxnSpPr>
            <a:cxnSpLocks/>
            <a:stCxn id="94" idx="2"/>
            <a:endCxn id="84" idx="0"/>
          </p:cNvCxnSpPr>
          <p:nvPr/>
        </p:nvCxnSpPr>
        <p:spPr>
          <a:xfrm>
            <a:off x="402508" y="5993951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83D164F0-4A1C-489A-A2DF-2E6FF85BB2A4}"/>
              </a:ext>
            </a:extLst>
          </p:cNvPr>
          <p:cNvSpPr/>
          <p:nvPr/>
        </p:nvSpPr>
        <p:spPr>
          <a:xfrm>
            <a:off x="3538998" y="501257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6039187-1892-4AE6-9E91-D7B83D976E57}"/>
              </a:ext>
            </a:extLst>
          </p:cNvPr>
          <p:cNvSpPr/>
          <p:nvPr/>
        </p:nvSpPr>
        <p:spPr>
          <a:xfrm>
            <a:off x="6901417" y="501401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E3BB3AD-55FB-4B60-BCD7-7D6922130D29}"/>
              </a:ext>
            </a:extLst>
          </p:cNvPr>
          <p:cNvSpPr/>
          <p:nvPr/>
        </p:nvSpPr>
        <p:spPr>
          <a:xfrm>
            <a:off x="176366" y="501256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8AE15CD-A111-493C-8E81-9C2356833B1E}"/>
              </a:ext>
            </a:extLst>
          </p:cNvPr>
          <p:cNvSpPr/>
          <p:nvPr/>
        </p:nvSpPr>
        <p:spPr>
          <a:xfrm>
            <a:off x="6901417" y="434287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1225C51-2217-44AA-9DF8-03E58C6B5B54}"/>
              </a:ext>
            </a:extLst>
          </p:cNvPr>
          <p:cNvSpPr/>
          <p:nvPr/>
        </p:nvSpPr>
        <p:spPr>
          <a:xfrm>
            <a:off x="176366" y="434287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EE0AFE27-BBE5-4186-9328-EAA92957AACC}"/>
              </a:ext>
            </a:extLst>
          </p:cNvPr>
          <p:cNvCxnSpPr>
            <a:cxnSpLocks/>
            <a:stCxn id="122" idx="3"/>
            <a:endCxn id="120" idx="1"/>
          </p:cNvCxnSpPr>
          <p:nvPr/>
        </p:nvCxnSpPr>
        <p:spPr>
          <a:xfrm>
            <a:off x="628650" y="5169886"/>
            <a:ext cx="2910348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8DCF4A66-C7E5-48D7-B7D1-2A1921231486}"/>
              </a:ext>
            </a:extLst>
          </p:cNvPr>
          <p:cNvCxnSpPr>
            <a:cxnSpLocks/>
          </p:cNvCxnSpPr>
          <p:nvPr/>
        </p:nvCxnSpPr>
        <p:spPr>
          <a:xfrm>
            <a:off x="402508" y="532720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62002E7-99EB-43E7-BF95-4AD3B5F23CE0}"/>
              </a:ext>
            </a:extLst>
          </p:cNvPr>
          <p:cNvCxnSpPr>
            <a:cxnSpLocks/>
            <a:stCxn id="126" idx="2"/>
            <a:endCxn id="122" idx="0"/>
          </p:cNvCxnSpPr>
          <p:nvPr/>
        </p:nvCxnSpPr>
        <p:spPr>
          <a:xfrm>
            <a:off x="402508" y="4657505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1B43D33-E431-4DC9-A600-050F76C37790}"/>
              </a:ext>
            </a:extLst>
          </p:cNvPr>
          <p:cNvCxnSpPr>
            <a:cxnSpLocks/>
          </p:cNvCxnSpPr>
          <p:nvPr/>
        </p:nvCxnSpPr>
        <p:spPr>
          <a:xfrm>
            <a:off x="7132688" y="4657505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46730C54-7CA4-4F94-9971-E0FB2755F700}"/>
              </a:ext>
            </a:extLst>
          </p:cNvPr>
          <p:cNvCxnSpPr>
            <a:cxnSpLocks/>
          </p:cNvCxnSpPr>
          <p:nvPr/>
        </p:nvCxnSpPr>
        <p:spPr>
          <a:xfrm>
            <a:off x="7132688" y="532720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98CB83D1-1C6D-4658-95AB-8455DC9B0E71}"/>
              </a:ext>
            </a:extLst>
          </p:cNvPr>
          <p:cNvCxnSpPr>
            <a:cxnSpLocks/>
          </p:cNvCxnSpPr>
          <p:nvPr/>
        </p:nvCxnSpPr>
        <p:spPr>
          <a:xfrm>
            <a:off x="3770056" y="532720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>
            <a:extLst>
              <a:ext uri="{FF2B5EF4-FFF2-40B4-BE49-F238E27FC236}">
                <a16:creationId xmlns:a16="http://schemas.microsoft.com/office/drawing/2014/main" id="{FE26C00B-2FD6-4ABA-9146-92D7287FC0AF}"/>
              </a:ext>
            </a:extLst>
          </p:cNvPr>
          <p:cNvSpPr/>
          <p:nvPr/>
        </p:nvSpPr>
        <p:spPr>
          <a:xfrm>
            <a:off x="8590106" y="633489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6B95A59-201E-4D0F-9776-6A1AD1F6D569}"/>
              </a:ext>
            </a:extLst>
          </p:cNvPr>
          <p:cNvSpPr/>
          <p:nvPr/>
        </p:nvSpPr>
        <p:spPr>
          <a:xfrm>
            <a:off x="8590106" y="566815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B09AA164-D0F7-4D7C-AA81-9EFF58C4583E}"/>
              </a:ext>
            </a:extLst>
          </p:cNvPr>
          <p:cNvCxnSpPr>
            <a:cxnSpLocks/>
            <a:stCxn id="140" idx="2"/>
            <a:endCxn id="139" idx="0"/>
          </p:cNvCxnSpPr>
          <p:nvPr/>
        </p:nvCxnSpPr>
        <p:spPr>
          <a:xfrm>
            <a:off x="8816248" y="598278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8A02D7AE-BE48-41A1-BCC4-5FB9D979F9C4}"/>
              </a:ext>
            </a:extLst>
          </p:cNvPr>
          <p:cNvSpPr/>
          <p:nvPr/>
        </p:nvSpPr>
        <p:spPr>
          <a:xfrm>
            <a:off x="8590106" y="5001407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F64EB1C-6744-4A0F-8258-296DD841A578}"/>
              </a:ext>
            </a:extLst>
          </p:cNvPr>
          <p:cNvSpPr/>
          <p:nvPr/>
        </p:nvSpPr>
        <p:spPr>
          <a:xfrm>
            <a:off x="8590106" y="433171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B1C59D3D-02D1-47E1-B4C5-36DDA8FA09AD}"/>
              </a:ext>
            </a:extLst>
          </p:cNvPr>
          <p:cNvCxnSpPr>
            <a:cxnSpLocks/>
          </p:cNvCxnSpPr>
          <p:nvPr/>
        </p:nvCxnSpPr>
        <p:spPr>
          <a:xfrm>
            <a:off x="8816248" y="5316040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407424D5-ED06-4813-AD23-7C0F996A3BFC}"/>
              </a:ext>
            </a:extLst>
          </p:cNvPr>
          <p:cNvCxnSpPr>
            <a:cxnSpLocks/>
          </p:cNvCxnSpPr>
          <p:nvPr/>
        </p:nvCxnSpPr>
        <p:spPr>
          <a:xfrm>
            <a:off x="8816248" y="464634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A048F1CC-F034-4C64-8E5A-5D015F7B1AA7}"/>
              </a:ext>
            </a:extLst>
          </p:cNvPr>
          <p:cNvCxnSpPr>
            <a:cxnSpLocks/>
          </p:cNvCxnSpPr>
          <p:nvPr/>
        </p:nvCxnSpPr>
        <p:spPr>
          <a:xfrm>
            <a:off x="8201732" y="649220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D63F027C-1668-482A-B492-A1F396897764}"/>
              </a:ext>
            </a:extLst>
          </p:cNvPr>
          <p:cNvCxnSpPr>
            <a:cxnSpLocks/>
            <a:stCxn id="98" idx="3"/>
            <a:endCxn id="140" idx="1"/>
          </p:cNvCxnSpPr>
          <p:nvPr/>
        </p:nvCxnSpPr>
        <p:spPr>
          <a:xfrm flipV="1">
            <a:off x="7358830" y="5825468"/>
            <a:ext cx="1231276" cy="1116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E5094F4E-A65B-4068-AEF9-40A80D556D53}"/>
              </a:ext>
            </a:extLst>
          </p:cNvPr>
          <p:cNvSpPr/>
          <p:nvPr/>
        </p:nvSpPr>
        <p:spPr>
          <a:xfrm>
            <a:off x="5220313" y="501505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323493A8-64A1-4796-B809-3B0799231FCF}"/>
              </a:ext>
            </a:extLst>
          </p:cNvPr>
          <p:cNvCxnSpPr>
            <a:cxnSpLocks/>
            <a:stCxn id="120" idx="3"/>
            <a:endCxn id="148" idx="1"/>
          </p:cNvCxnSpPr>
          <p:nvPr/>
        </p:nvCxnSpPr>
        <p:spPr>
          <a:xfrm>
            <a:off x="3991282" y="5169887"/>
            <a:ext cx="1229031" cy="248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FB243D8B-7638-4BA4-B5AF-0A58537473E1}"/>
              </a:ext>
            </a:extLst>
          </p:cNvPr>
          <p:cNvCxnSpPr>
            <a:cxnSpLocks/>
            <a:stCxn id="148" idx="3"/>
            <a:endCxn id="121" idx="1"/>
          </p:cNvCxnSpPr>
          <p:nvPr/>
        </p:nvCxnSpPr>
        <p:spPr>
          <a:xfrm flipV="1">
            <a:off x="5672597" y="5171331"/>
            <a:ext cx="1228820" cy="103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8C9449D9-21D2-4C0D-8070-958E67F6BF18}"/>
              </a:ext>
            </a:extLst>
          </p:cNvPr>
          <p:cNvCxnSpPr>
            <a:cxnSpLocks/>
            <a:stCxn id="121" idx="3"/>
            <a:endCxn id="142" idx="1"/>
          </p:cNvCxnSpPr>
          <p:nvPr/>
        </p:nvCxnSpPr>
        <p:spPr>
          <a:xfrm flipV="1">
            <a:off x="7353701" y="5158724"/>
            <a:ext cx="1236405" cy="1260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14BFEBDB-CCA4-47ED-8F5E-ACF6176363C0}"/>
              </a:ext>
            </a:extLst>
          </p:cNvPr>
          <p:cNvCxnSpPr>
            <a:cxnSpLocks/>
            <a:stCxn id="148" idx="2"/>
            <a:endCxn id="97" idx="0"/>
          </p:cNvCxnSpPr>
          <p:nvPr/>
        </p:nvCxnSpPr>
        <p:spPr>
          <a:xfrm>
            <a:off x="5446455" y="5329684"/>
            <a:ext cx="4917" cy="34963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DDAC446-8A4E-46E6-BD82-180D11C96EE3}"/>
              </a:ext>
            </a:extLst>
          </p:cNvPr>
          <p:cNvCxnSpPr>
            <a:cxnSpLocks/>
          </p:cNvCxnSpPr>
          <p:nvPr/>
        </p:nvCxnSpPr>
        <p:spPr>
          <a:xfrm flipV="1">
            <a:off x="7353701" y="4485216"/>
            <a:ext cx="1236405" cy="1260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A1C59779-1DBB-4585-AA4D-C0C3F2D2E232}"/>
              </a:ext>
            </a:extLst>
          </p:cNvPr>
          <p:cNvSpPr/>
          <p:nvPr/>
        </p:nvSpPr>
        <p:spPr>
          <a:xfrm>
            <a:off x="5223065" y="434143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DC6364CF-2877-411B-B9C4-C92C31B14572}"/>
              </a:ext>
            </a:extLst>
          </p:cNvPr>
          <p:cNvSpPr/>
          <p:nvPr/>
        </p:nvSpPr>
        <p:spPr>
          <a:xfrm>
            <a:off x="5217856" y="366780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B404DA7B-8124-4FC2-A79F-CE143D9588B6}"/>
              </a:ext>
            </a:extLst>
          </p:cNvPr>
          <p:cNvSpPr/>
          <p:nvPr/>
        </p:nvSpPr>
        <p:spPr>
          <a:xfrm>
            <a:off x="8590106" y="366780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AF2517A-D9DA-416E-9687-EDC5CDCBD6A3}"/>
              </a:ext>
            </a:extLst>
          </p:cNvPr>
          <p:cNvSpPr/>
          <p:nvPr/>
        </p:nvSpPr>
        <p:spPr>
          <a:xfrm>
            <a:off x="176366" y="366256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F925EA4-9A2D-45C8-8C53-866A6B59A98C}"/>
              </a:ext>
            </a:extLst>
          </p:cNvPr>
          <p:cNvCxnSpPr>
            <a:cxnSpLocks/>
          </p:cNvCxnSpPr>
          <p:nvPr/>
        </p:nvCxnSpPr>
        <p:spPr>
          <a:xfrm>
            <a:off x="402508" y="3976647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6E8D0A6A-567F-487E-AABC-E4CBDEDF59CF}"/>
              </a:ext>
            </a:extLst>
          </p:cNvPr>
          <p:cNvCxnSpPr>
            <a:cxnSpLocks/>
          </p:cNvCxnSpPr>
          <p:nvPr/>
        </p:nvCxnSpPr>
        <p:spPr>
          <a:xfrm>
            <a:off x="5451372" y="4656063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DC43620A-3E7B-4E6F-86C9-8AF0BACC52CB}"/>
              </a:ext>
            </a:extLst>
          </p:cNvPr>
          <p:cNvCxnSpPr>
            <a:cxnSpLocks/>
          </p:cNvCxnSpPr>
          <p:nvPr/>
        </p:nvCxnSpPr>
        <p:spPr>
          <a:xfrm>
            <a:off x="5451372" y="3986366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D75C46A2-B5B6-425B-AFA7-F70FAE8C9F69}"/>
              </a:ext>
            </a:extLst>
          </p:cNvPr>
          <p:cNvCxnSpPr>
            <a:cxnSpLocks/>
          </p:cNvCxnSpPr>
          <p:nvPr/>
        </p:nvCxnSpPr>
        <p:spPr>
          <a:xfrm>
            <a:off x="8816248" y="3976647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9C941544-F041-4920-899B-D6218D292015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623520" y="4495936"/>
            <a:ext cx="4599545" cy="281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4B6E65C7-5C74-4066-8AD3-F3B4B9F86232}"/>
              </a:ext>
            </a:extLst>
          </p:cNvPr>
          <p:cNvCxnSpPr>
            <a:cxnSpLocks/>
          </p:cNvCxnSpPr>
          <p:nvPr/>
        </p:nvCxnSpPr>
        <p:spPr>
          <a:xfrm>
            <a:off x="625685" y="3823430"/>
            <a:ext cx="4599545" cy="281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B1E168C5-5E6B-4E29-9E72-8F1B96806686}"/>
              </a:ext>
            </a:extLst>
          </p:cNvPr>
          <p:cNvCxnSpPr>
            <a:cxnSpLocks/>
            <a:stCxn id="154" idx="3"/>
            <a:endCxn id="124" idx="1"/>
          </p:cNvCxnSpPr>
          <p:nvPr/>
        </p:nvCxnSpPr>
        <p:spPr>
          <a:xfrm>
            <a:off x="5675349" y="4498747"/>
            <a:ext cx="1226068" cy="144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8F8680C4-5B91-46D6-8483-8A86EB346388}"/>
              </a:ext>
            </a:extLst>
          </p:cNvPr>
          <p:cNvCxnSpPr>
            <a:cxnSpLocks/>
            <a:stCxn id="155" idx="3"/>
            <a:endCxn id="156" idx="1"/>
          </p:cNvCxnSpPr>
          <p:nvPr/>
        </p:nvCxnSpPr>
        <p:spPr>
          <a:xfrm>
            <a:off x="5670140" y="3825126"/>
            <a:ext cx="291996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5665ECF4-B565-4309-AC8E-6D9BF5012219}"/>
              </a:ext>
            </a:extLst>
          </p:cNvPr>
          <p:cNvSpPr txBox="1"/>
          <p:nvPr/>
        </p:nvSpPr>
        <p:spPr>
          <a:xfrm>
            <a:off x="6518172" y="3061881"/>
            <a:ext cx="2252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search 81.</a:t>
            </a:r>
          </a:p>
        </p:txBody>
      </p:sp>
    </p:spTree>
    <p:extLst>
      <p:ext uri="{BB962C8B-B14F-4D97-AF65-F5344CB8AC3E}">
        <p14:creationId xmlns:p14="http://schemas.microsoft.com/office/powerpoint/2010/main" val="412461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indefinite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indefinite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028C84-0AAD-448D-B68D-768F8715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The real </a:t>
            </a:r>
            <a:r>
              <a:rPr lang="en-US" b="1" dirty="0" err="1"/>
              <a:t>SkipList</a:t>
            </a:r>
            <a:endParaRPr lang="en-US" b="1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EB923DA-5D82-4EDB-88F3-F2048B8283C3}"/>
              </a:ext>
            </a:extLst>
          </p:cNvPr>
          <p:cNvSpPr/>
          <p:nvPr/>
        </p:nvSpPr>
        <p:spPr>
          <a:xfrm>
            <a:off x="628650" y="1670565"/>
            <a:ext cx="4739763" cy="1730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>
                <a:solidFill>
                  <a:schemeClr val="tx1"/>
                </a:solidFill>
              </a:rPr>
              <a:t>Insert(</a:t>
            </a:r>
            <a:r>
              <a:rPr lang="en-GB" sz="1600" b="1" u="sng" dirty="0" err="1">
                <a:solidFill>
                  <a:schemeClr val="tx1"/>
                </a:solidFill>
              </a:rPr>
              <a:t>L,x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= 1, done = false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(!done)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x into level k list.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Flip a fair coin: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done = true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With probability 1/2: k = k+1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E37099E-22AA-4F6D-9EA4-6BEEA928D81A}"/>
                  </a:ext>
                </a:extLst>
              </p:cNvPr>
              <p:cNvSpPr txBox="1"/>
              <p:nvPr/>
            </p:nvSpPr>
            <p:spPr>
              <a:xfrm>
                <a:off x="5368413" y="1670565"/>
                <a:ext cx="358143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Max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-element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SkipList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high probability.</a:t>
                </a:r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E37099E-22AA-4F6D-9EA4-6BEEA928D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413" y="1670565"/>
                <a:ext cx="3581430" cy="707886"/>
              </a:xfrm>
              <a:prstGeom prst="rect">
                <a:avLst/>
              </a:prstGeom>
              <a:blipFill>
                <a:blip r:embed="rId2"/>
                <a:stretch>
                  <a:fillRect l="-1874" t="-4310" r="-1193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矩形 83">
            <a:extLst>
              <a:ext uri="{FF2B5EF4-FFF2-40B4-BE49-F238E27FC236}">
                <a16:creationId xmlns:a16="http://schemas.microsoft.com/office/drawing/2014/main" id="{ED91D2C5-86B2-473D-B71D-ECCD1705B0F6}"/>
              </a:ext>
            </a:extLst>
          </p:cNvPr>
          <p:cNvSpPr/>
          <p:nvPr/>
        </p:nvSpPr>
        <p:spPr>
          <a:xfrm>
            <a:off x="176366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16B7BD5-AF71-47CC-8726-FC9A4E69C6F2}"/>
              </a:ext>
            </a:extLst>
          </p:cNvPr>
          <p:cNvSpPr/>
          <p:nvPr/>
        </p:nvSpPr>
        <p:spPr>
          <a:xfrm>
            <a:off x="1017024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7530B59-91CD-4A27-87F8-359D467EC2B7}"/>
              </a:ext>
            </a:extLst>
          </p:cNvPr>
          <p:cNvSpPr/>
          <p:nvPr/>
        </p:nvSpPr>
        <p:spPr>
          <a:xfrm>
            <a:off x="1857682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CBCA2E6-E9B5-4235-BEEB-FB3EB3EF304C}"/>
              </a:ext>
            </a:extLst>
          </p:cNvPr>
          <p:cNvSpPr/>
          <p:nvPr/>
        </p:nvSpPr>
        <p:spPr>
          <a:xfrm>
            <a:off x="2703256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38B098A-74AF-4816-800C-5E130BCBB6C1}"/>
              </a:ext>
            </a:extLst>
          </p:cNvPr>
          <p:cNvSpPr/>
          <p:nvPr/>
        </p:nvSpPr>
        <p:spPr>
          <a:xfrm>
            <a:off x="3543914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E3B10AE-B8BF-45CC-920B-16BCAA168C05}"/>
              </a:ext>
            </a:extLst>
          </p:cNvPr>
          <p:cNvSpPr/>
          <p:nvPr/>
        </p:nvSpPr>
        <p:spPr>
          <a:xfrm>
            <a:off x="4384572" y="6346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1762FAC-0839-4E50-87D6-813A76716B23}"/>
              </a:ext>
            </a:extLst>
          </p:cNvPr>
          <p:cNvSpPr/>
          <p:nvPr/>
        </p:nvSpPr>
        <p:spPr>
          <a:xfrm>
            <a:off x="5225230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E8ADECE-3DAD-4CD4-8396-333CDD819ACE}"/>
              </a:ext>
            </a:extLst>
          </p:cNvPr>
          <p:cNvSpPr/>
          <p:nvPr/>
        </p:nvSpPr>
        <p:spPr>
          <a:xfrm>
            <a:off x="6065888" y="6346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1D7DF56-34C6-46AB-ACEF-2B914E11EE23}"/>
              </a:ext>
            </a:extLst>
          </p:cNvPr>
          <p:cNvSpPr/>
          <p:nvPr/>
        </p:nvSpPr>
        <p:spPr>
          <a:xfrm>
            <a:off x="6906546" y="6346053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C517F81-1610-444F-A6C5-69319B85EE8D}"/>
              </a:ext>
            </a:extLst>
          </p:cNvPr>
          <p:cNvSpPr/>
          <p:nvPr/>
        </p:nvSpPr>
        <p:spPr>
          <a:xfrm>
            <a:off x="7745574" y="634605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A37E2BE-5D65-4F5E-8ADF-57009C47E48F}"/>
              </a:ext>
            </a:extLst>
          </p:cNvPr>
          <p:cNvSpPr/>
          <p:nvPr/>
        </p:nvSpPr>
        <p:spPr>
          <a:xfrm>
            <a:off x="176366" y="567931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2E5DA1F-8129-4DA0-AF07-6DEF14BC771E}"/>
              </a:ext>
            </a:extLst>
          </p:cNvPr>
          <p:cNvSpPr/>
          <p:nvPr/>
        </p:nvSpPr>
        <p:spPr>
          <a:xfrm>
            <a:off x="1859927" y="5679317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6FD52179-03C2-43A1-802B-B3B22B7210EF}"/>
              </a:ext>
            </a:extLst>
          </p:cNvPr>
          <p:cNvSpPr/>
          <p:nvPr/>
        </p:nvSpPr>
        <p:spPr>
          <a:xfrm>
            <a:off x="3543914" y="567931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5DC6DDB-9961-44A8-A9AC-A2C522252AC8}"/>
              </a:ext>
            </a:extLst>
          </p:cNvPr>
          <p:cNvSpPr/>
          <p:nvPr/>
        </p:nvSpPr>
        <p:spPr>
          <a:xfrm>
            <a:off x="5225230" y="567931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4093152-83D5-418F-81F8-C6814BD0D063}"/>
              </a:ext>
            </a:extLst>
          </p:cNvPr>
          <p:cNvSpPr/>
          <p:nvPr/>
        </p:nvSpPr>
        <p:spPr>
          <a:xfrm>
            <a:off x="6906546" y="567931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AB5DA9F7-B2C4-42C3-A3F8-C89B40A69BAE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628650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8FF95BD6-7A8E-4E7A-9B4B-FD70719A92D2}"/>
              </a:ext>
            </a:extLst>
          </p:cNvPr>
          <p:cNvCxnSpPr>
            <a:cxnSpLocks/>
          </p:cNvCxnSpPr>
          <p:nvPr/>
        </p:nvCxnSpPr>
        <p:spPr>
          <a:xfrm>
            <a:off x="1469308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3FCD94-4453-44B1-8448-7B1B610CA6A4}"/>
              </a:ext>
            </a:extLst>
          </p:cNvPr>
          <p:cNvCxnSpPr>
            <a:cxnSpLocks/>
          </p:cNvCxnSpPr>
          <p:nvPr/>
        </p:nvCxnSpPr>
        <p:spPr>
          <a:xfrm>
            <a:off x="2309966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43B467A-3587-4E45-B987-D80302A99FDA}"/>
              </a:ext>
            </a:extLst>
          </p:cNvPr>
          <p:cNvCxnSpPr>
            <a:cxnSpLocks/>
          </p:cNvCxnSpPr>
          <p:nvPr/>
        </p:nvCxnSpPr>
        <p:spPr>
          <a:xfrm>
            <a:off x="3155540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1BAE8C8-EE2C-425D-9A2F-F2A4D4215135}"/>
              </a:ext>
            </a:extLst>
          </p:cNvPr>
          <p:cNvCxnSpPr>
            <a:cxnSpLocks/>
          </p:cNvCxnSpPr>
          <p:nvPr/>
        </p:nvCxnSpPr>
        <p:spPr>
          <a:xfrm>
            <a:off x="3996198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81CDA38-F80F-41E8-A501-483A05635945}"/>
              </a:ext>
            </a:extLst>
          </p:cNvPr>
          <p:cNvCxnSpPr>
            <a:cxnSpLocks/>
          </p:cNvCxnSpPr>
          <p:nvPr/>
        </p:nvCxnSpPr>
        <p:spPr>
          <a:xfrm>
            <a:off x="4836856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05390BE0-643B-4BEE-ABA6-3ABFCB6011FF}"/>
              </a:ext>
            </a:extLst>
          </p:cNvPr>
          <p:cNvCxnSpPr>
            <a:cxnSpLocks/>
          </p:cNvCxnSpPr>
          <p:nvPr/>
        </p:nvCxnSpPr>
        <p:spPr>
          <a:xfrm>
            <a:off x="5677514" y="649220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B3B35AF3-1F29-4601-B48D-48FE1CC6382F}"/>
              </a:ext>
            </a:extLst>
          </p:cNvPr>
          <p:cNvCxnSpPr>
            <a:cxnSpLocks/>
          </p:cNvCxnSpPr>
          <p:nvPr/>
        </p:nvCxnSpPr>
        <p:spPr>
          <a:xfrm>
            <a:off x="6518172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57045BC0-F25E-4B02-9DFC-9E6BE95C7185}"/>
              </a:ext>
            </a:extLst>
          </p:cNvPr>
          <p:cNvCxnSpPr>
            <a:cxnSpLocks/>
          </p:cNvCxnSpPr>
          <p:nvPr/>
        </p:nvCxnSpPr>
        <p:spPr>
          <a:xfrm>
            <a:off x="7358830" y="650337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5210BA0-DD52-47A6-B967-D7D733FB1A93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 flipV="1">
            <a:off x="628650" y="5836634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F3B700CC-039C-4722-9219-8C3265EFC2F5}"/>
              </a:ext>
            </a:extLst>
          </p:cNvPr>
          <p:cNvCxnSpPr>
            <a:cxnSpLocks/>
          </p:cNvCxnSpPr>
          <p:nvPr/>
        </p:nvCxnSpPr>
        <p:spPr>
          <a:xfrm flipV="1">
            <a:off x="2307721" y="5836629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DDAF0508-FACD-474C-82FD-2283BC206D20}"/>
              </a:ext>
            </a:extLst>
          </p:cNvPr>
          <p:cNvCxnSpPr>
            <a:cxnSpLocks/>
          </p:cNvCxnSpPr>
          <p:nvPr/>
        </p:nvCxnSpPr>
        <p:spPr>
          <a:xfrm flipV="1">
            <a:off x="3995075" y="5842063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F4EC1AD-30B0-4C32-857F-B79353A1CBAD}"/>
              </a:ext>
            </a:extLst>
          </p:cNvPr>
          <p:cNvCxnSpPr>
            <a:cxnSpLocks/>
          </p:cNvCxnSpPr>
          <p:nvPr/>
        </p:nvCxnSpPr>
        <p:spPr>
          <a:xfrm flipV="1">
            <a:off x="5670140" y="5832231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C568FA55-0705-4692-9773-688FC22C43E6}"/>
              </a:ext>
            </a:extLst>
          </p:cNvPr>
          <p:cNvCxnSpPr>
            <a:cxnSpLocks/>
            <a:stCxn id="95" idx="2"/>
            <a:endCxn id="86" idx="0"/>
          </p:cNvCxnSpPr>
          <p:nvPr/>
        </p:nvCxnSpPr>
        <p:spPr>
          <a:xfrm flipH="1">
            <a:off x="2083824" y="5993950"/>
            <a:ext cx="2245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52BF50DA-86C4-4943-81B4-2008BFA5BF26}"/>
              </a:ext>
            </a:extLst>
          </p:cNvPr>
          <p:cNvCxnSpPr>
            <a:cxnSpLocks/>
            <a:stCxn id="96" idx="2"/>
            <a:endCxn id="88" idx="0"/>
          </p:cNvCxnSpPr>
          <p:nvPr/>
        </p:nvCxnSpPr>
        <p:spPr>
          <a:xfrm>
            <a:off x="3770056" y="5993949"/>
            <a:ext cx="0" cy="35210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F4DEF1A9-7A2D-4CFC-89F6-E198DA95FCED}"/>
              </a:ext>
            </a:extLst>
          </p:cNvPr>
          <p:cNvCxnSpPr>
            <a:cxnSpLocks/>
            <a:stCxn id="97" idx="2"/>
            <a:endCxn id="90" idx="0"/>
          </p:cNvCxnSpPr>
          <p:nvPr/>
        </p:nvCxnSpPr>
        <p:spPr>
          <a:xfrm>
            <a:off x="5451372" y="599394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8905CEC-10F9-4119-8E05-F6B54568BBDA}"/>
              </a:ext>
            </a:extLst>
          </p:cNvPr>
          <p:cNvCxnSpPr>
            <a:cxnSpLocks/>
            <a:stCxn id="98" idx="2"/>
            <a:endCxn id="92" idx="0"/>
          </p:cNvCxnSpPr>
          <p:nvPr/>
        </p:nvCxnSpPr>
        <p:spPr>
          <a:xfrm>
            <a:off x="7132688" y="5993947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A308CA2B-16C5-4E5F-A3BD-484AC2EF09BF}"/>
              </a:ext>
            </a:extLst>
          </p:cNvPr>
          <p:cNvCxnSpPr>
            <a:cxnSpLocks/>
            <a:stCxn id="94" idx="2"/>
            <a:endCxn id="84" idx="0"/>
          </p:cNvCxnSpPr>
          <p:nvPr/>
        </p:nvCxnSpPr>
        <p:spPr>
          <a:xfrm>
            <a:off x="402508" y="5993951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83D164F0-4A1C-489A-A2DF-2E6FF85BB2A4}"/>
              </a:ext>
            </a:extLst>
          </p:cNvPr>
          <p:cNvSpPr/>
          <p:nvPr/>
        </p:nvSpPr>
        <p:spPr>
          <a:xfrm>
            <a:off x="3538998" y="501257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6039187-1892-4AE6-9E91-D7B83D976E57}"/>
              </a:ext>
            </a:extLst>
          </p:cNvPr>
          <p:cNvSpPr/>
          <p:nvPr/>
        </p:nvSpPr>
        <p:spPr>
          <a:xfrm>
            <a:off x="6901417" y="501401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E3BB3AD-55FB-4B60-BCD7-7D6922130D29}"/>
              </a:ext>
            </a:extLst>
          </p:cNvPr>
          <p:cNvSpPr/>
          <p:nvPr/>
        </p:nvSpPr>
        <p:spPr>
          <a:xfrm>
            <a:off x="176366" y="501256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8AE15CD-A111-493C-8E81-9C2356833B1E}"/>
              </a:ext>
            </a:extLst>
          </p:cNvPr>
          <p:cNvSpPr/>
          <p:nvPr/>
        </p:nvSpPr>
        <p:spPr>
          <a:xfrm>
            <a:off x="6901417" y="434287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1225C51-2217-44AA-9DF8-03E58C6B5B54}"/>
              </a:ext>
            </a:extLst>
          </p:cNvPr>
          <p:cNvSpPr/>
          <p:nvPr/>
        </p:nvSpPr>
        <p:spPr>
          <a:xfrm>
            <a:off x="176366" y="434287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EE0AFE27-BBE5-4186-9328-EAA92957AACC}"/>
              </a:ext>
            </a:extLst>
          </p:cNvPr>
          <p:cNvCxnSpPr>
            <a:cxnSpLocks/>
            <a:stCxn id="122" idx="3"/>
            <a:endCxn id="120" idx="1"/>
          </p:cNvCxnSpPr>
          <p:nvPr/>
        </p:nvCxnSpPr>
        <p:spPr>
          <a:xfrm>
            <a:off x="628650" y="5169886"/>
            <a:ext cx="2910348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8DCF4A66-C7E5-48D7-B7D1-2A1921231486}"/>
              </a:ext>
            </a:extLst>
          </p:cNvPr>
          <p:cNvCxnSpPr>
            <a:cxnSpLocks/>
          </p:cNvCxnSpPr>
          <p:nvPr/>
        </p:nvCxnSpPr>
        <p:spPr>
          <a:xfrm>
            <a:off x="402508" y="532720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62002E7-99EB-43E7-BF95-4AD3B5F23CE0}"/>
              </a:ext>
            </a:extLst>
          </p:cNvPr>
          <p:cNvCxnSpPr>
            <a:cxnSpLocks/>
            <a:stCxn id="126" idx="2"/>
            <a:endCxn id="122" idx="0"/>
          </p:cNvCxnSpPr>
          <p:nvPr/>
        </p:nvCxnSpPr>
        <p:spPr>
          <a:xfrm>
            <a:off x="402508" y="4657505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1B43D33-E431-4DC9-A600-050F76C37790}"/>
              </a:ext>
            </a:extLst>
          </p:cNvPr>
          <p:cNvCxnSpPr>
            <a:cxnSpLocks/>
          </p:cNvCxnSpPr>
          <p:nvPr/>
        </p:nvCxnSpPr>
        <p:spPr>
          <a:xfrm>
            <a:off x="7132688" y="4657505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46730C54-7CA4-4F94-9971-E0FB2755F700}"/>
              </a:ext>
            </a:extLst>
          </p:cNvPr>
          <p:cNvCxnSpPr>
            <a:cxnSpLocks/>
          </p:cNvCxnSpPr>
          <p:nvPr/>
        </p:nvCxnSpPr>
        <p:spPr>
          <a:xfrm>
            <a:off x="7132688" y="532720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98CB83D1-1C6D-4658-95AB-8455DC9B0E71}"/>
              </a:ext>
            </a:extLst>
          </p:cNvPr>
          <p:cNvCxnSpPr>
            <a:cxnSpLocks/>
          </p:cNvCxnSpPr>
          <p:nvPr/>
        </p:nvCxnSpPr>
        <p:spPr>
          <a:xfrm>
            <a:off x="3770056" y="532720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>
            <a:extLst>
              <a:ext uri="{FF2B5EF4-FFF2-40B4-BE49-F238E27FC236}">
                <a16:creationId xmlns:a16="http://schemas.microsoft.com/office/drawing/2014/main" id="{FE26C00B-2FD6-4ABA-9146-92D7287FC0AF}"/>
              </a:ext>
            </a:extLst>
          </p:cNvPr>
          <p:cNvSpPr/>
          <p:nvPr/>
        </p:nvSpPr>
        <p:spPr>
          <a:xfrm>
            <a:off x="8590106" y="633489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6B95A59-201E-4D0F-9776-6A1AD1F6D569}"/>
              </a:ext>
            </a:extLst>
          </p:cNvPr>
          <p:cNvSpPr/>
          <p:nvPr/>
        </p:nvSpPr>
        <p:spPr>
          <a:xfrm>
            <a:off x="8590106" y="566815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B09AA164-D0F7-4D7C-AA81-9EFF58C4583E}"/>
              </a:ext>
            </a:extLst>
          </p:cNvPr>
          <p:cNvCxnSpPr>
            <a:cxnSpLocks/>
            <a:stCxn id="140" idx="2"/>
            <a:endCxn id="139" idx="0"/>
          </p:cNvCxnSpPr>
          <p:nvPr/>
        </p:nvCxnSpPr>
        <p:spPr>
          <a:xfrm>
            <a:off x="8816248" y="5982784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8A02D7AE-BE48-41A1-BCC4-5FB9D979F9C4}"/>
              </a:ext>
            </a:extLst>
          </p:cNvPr>
          <p:cNvSpPr/>
          <p:nvPr/>
        </p:nvSpPr>
        <p:spPr>
          <a:xfrm>
            <a:off x="8590106" y="5001407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F64EB1C-6744-4A0F-8258-296DD841A578}"/>
              </a:ext>
            </a:extLst>
          </p:cNvPr>
          <p:cNvSpPr/>
          <p:nvPr/>
        </p:nvSpPr>
        <p:spPr>
          <a:xfrm>
            <a:off x="8590106" y="433171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B1C59D3D-02D1-47E1-B4C5-36DDA8FA09AD}"/>
              </a:ext>
            </a:extLst>
          </p:cNvPr>
          <p:cNvCxnSpPr>
            <a:cxnSpLocks/>
          </p:cNvCxnSpPr>
          <p:nvPr/>
        </p:nvCxnSpPr>
        <p:spPr>
          <a:xfrm>
            <a:off x="8816248" y="5316040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407424D5-ED06-4813-AD23-7C0F996A3BFC}"/>
              </a:ext>
            </a:extLst>
          </p:cNvPr>
          <p:cNvCxnSpPr>
            <a:cxnSpLocks/>
          </p:cNvCxnSpPr>
          <p:nvPr/>
        </p:nvCxnSpPr>
        <p:spPr>
          <a:xfrm>
            <a:off x="8816248" y="464634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A048F1CC-F034-4C64-8E5A-5D015F7B1AA7}"/>
              </a:ext>
            </a:extLst>
          </p:cNvPr>
          <p:cNvCxnSpPr>
            <a:cxnSpLocks/>
          </p:cNvCxnSpPr>
          <p:nvPr/>
        </p:nvCxnSpPr>
        <p:spPr>
          <a:xfrm>
            <a:off x="8201732" y="649220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D63F027C-1668-482A-B492-A1F396897764}"/>
              </a:ext>
            </a:extLst>
          </p:cNvPr>
          <p:cNvCxnSpPr>
            <a:cxnSpLocks/>
            <a:stCxn id="98" idx="3"/>
            <a:endCxn id="140" idx="1"/>
          </p:cNvCxnSpPr>
          <p:nvPr/>
        </p:nvCxnSpPr>
        <p:spPr>
          <a:xfrm flipV="1">
            <a:off x="7358830" y="5825468"/>
            <a:ext cx="1231276" cy="1116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E5094F4E-A65B-4068-AEF9-40A80D556D53}"/>
              </a:ext>
            </a:extLst>
          </p:cNvPr>
          <p:cNvSpPr/>
          <p:nvPr/>
        </p:nvSpPr>
        <p:spPr>
          <a:xfrm>
            <a:off x="5220313" y="501505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323493A8-64A1-4796-B809-3B0799231FCF}"/>
              </a:ext>
            </a:extLst>
          </p:cNvPr>
          <p:cNvCxnSpPr>
            <a:cxnSpLocks/>
            <a:stCxn id="120" idx="3"/>
            <a:endCxn id="148" idx="1"/>
          </p:cNvCxnSpPr>
          <p:nvPr/>
        </p:nvCxnSpPr>
        <p:spPr>
          <a:xfrm>
            <a:off x="3991282" y="5169887"/>
            <a:ext cx="1229031" cy="248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FB243D8B-7638-4BA4-B5AF-0A58537473E1}"/>
              </a:ext>
            </a:extLst>
          </p:cNvPr>
          <p:cNvCxnSpPr>
            <a:cxnSpLocks/>
            <a:stCxn id="148" idx="3"/>
            <a:endCxn id="121" idx="1"/>
          </p:cNvCxnSpPr>
          <p:nvPr/>
        </p:nvCxnSpPr>
        <p:spPr>
          <a:xfrm flipV="1">
            <a:off x="5672597" y="5171331"/>
            <a:ext cx="1228820" cy="103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8C9449D9-21D2-4C0D-8070-958E67F6BF18}"/>
              </a:ext>
            </a:extLst>
          </p:cNvPr>
          <p:cNvCxnSpPr>
            <a:cxnSpLocks/>
            <a:stCxn id="121" idx="3"/>
            <a:endCxn id="142" idx="1"/>
          </p:cNvCxnSpPr>
          <p:nvPr/>
        </p:nvCxnSpPr>
        <p:spPr>
          <a:xfrm flipV="1">
            <a:off x="7353701" y="5158724"/>
            <a:ext cx="1236405" cy="1260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14BFEBDB-CCA4-47ED-8F5E-ACF6176363C0}"/>
              </a:ext>
            </a:extLst>
          </p:cNvPr>
          <p:cNvCxnSpPr>
            <a:cxnSpLocks/>
            <a:stCxn id="148" idx="2"/>
            <a:endCxn id="97" idx="0"/>
          </p:cNvCxnSpPr>
          <p:nvPr/>
        </p:nvCxnSpPr>
        <p:spPr>
          <a:xfrm>
            <a:off x="5446455" y="5329684"/>
            <a:ext cx="4917" cy="34963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DDAC446-8A4E-46E6-BD82-180D11C96EE3}"/>
              </a:ext>
            </a:extLst>
          </p:cNvPr>
          <p:cNvCxnSpPr>
            <a:cxnSpLocks/>
          </p:cNvCxnSpPr>
          <p:nvPr/>
        </p:nvCxnSpPr>
        <p:spPr>
          <a:xfrm flipV="1">
            <a:off x="7353701" y="4485216"/>
            <a:ext cx="1236405" cy="1260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A1C59779-1DBB-4585-AA4D-C0C3F2D2E232}"/>
              </a:ext>
            </a:extLst>
          </p:cNvPr>
          <p:cNvSpPr/>
          <p:nvPr/>
        </p:nvSpPr>
        <p:spPr>
          <a:xfrm>
            <a:off x="5223065" y="434143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DC6364CF-2877-411B-B9C4-C92C31B14572}"/>
              </a:ext>
            </a:extLst>
          </p:cNvPr>
          <p:cNvSpPr/>
          <p:nvPr/>
        </p:nvSpPr>
        <p:spPr>
          <a:xfrm>
            <a:off x="5217856" y="366780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B404DA7B-8124-4FC2-A79F-CE143D9588B6}"/>
              </a:ext>
            </a:extLst>
          </p:cNvPr>
          <p:cNvSpPr/>
          <p:nvPr/>
        </p:nvSpPr>
        <p:spPr>
          <a:xfrm>
            <a:off x="8590106" y="366780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AF2517A-D9DA-416E-9687-EDC5CDCBD6A3}"/>
              </a:ext>
            </a:extLst>
          </p:cNvPr>
          <p:cNvSpPr/>
          <p:nvPr/>
        </p:nvSpPr>
        <p:spPr>
          <a:xfrm>
            <a:off x="176366" y="366256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F925EA4-9A2D-45C8-8C53-866A6B59A98C}"/>
              </a:ext>
            </a:extLst>
          </p:cNvPr>
          <p:cNvCxnSpPr>
            <a:cxnSpLocks/>
          </p:cNvCxnSpPr>
          <p:nvPr/>
        </p:nvCxnSpPr>
        <p:spPr>
          <a:xfrm>
            <a:off x="402508" y="3976647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6E8D0A6A-567F-487E-AABC-E4CBDEDF59CF}"/>
              </a:ext>
            </a:extLst>
          </p:cNvPr>
          <p:cNvCxnSpPr>
            <a:cxnSpLocks/>
          </p:cNvCxnSpPr>
          <p:nvPr/>
        </p:nvCxnSpPr>
        <p:spPr>
          <a:xfrm>
            <a:off x="5451372" y="4656063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DC43620A-3E7B-4E6F-86C9-8AF0BACC52CB}"/>
              </a:ext>
            </a:extLst>
          </p:cNvPr>
          <p:cNvCxnSpPr>
            <a:cxnSpLocks/>
          </p:cNvCxnSpPr>
          <p:nvPr/>
        </p:nvCxnSpPr>
        <p:spPr>
          <a:xfrm>
            <a:off x="5451372" y="3986366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D75C46A2-B5B6-425B-AFA7-F70FAE8C9F69}"/>
              </a:ext>
            </a:extLst>
          </p:cNvPr>
          <p:cNvCxnSpPr>
            <a:cxnSpLocks/>
          </p:cNvCxnSpPr>
          <p:nvPr/>
        </p:nvCxnSpPr>
        <p:spPr>
          <a:xfrm>
            <a:off x="8816248" y="3976647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9C941544-F041-4920-899B-D6218D292015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623520" y="4495936"/>
            <a:ext cx="4599545" cy="281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4B6E65C7-5C74-4066-8AD3-F3B4B9F86232}"/>
              </a:ext>
            </a:extLst>
          </p:cNvPr>
          <p:cNvCxnSpPr>
            <a:cxnSpLocks/>
          </p:cNvCxnSpPr>
          <p:nvPr/>
        </p:nvCxnSpPr>
        <p:spPr>
          <a:xfrm>
            <a:off x="625685" y="3823430"/>
            <a:ext cx="4599545" cy="281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B1E168C5-5E6B-4E29-9E72-8F1B96806686}"/>
              </a:ext>
            </a:extLst>
          </p:cNvPr>
          <p:cNvCxnSpPr>
            <a:cxnSpLocks/>
            <a:stCxn id="154" idx="3"/>
            <a:endCxn id="124" idx="1"/>
          </p:cNvCxnSpPr>
          <p:nvPr/>
        </p:nvCxnSpPr>
        <p:spPr>
          <a:xfrm>
            <a:off x="5675349" y="4498747"/>
            <a:ext cx="1226068" cy="144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8F8680C4-5B91-46D6-8483-8A86EB346388}"/>
              </a:ext>
            </a:extLst>
          </p:cNvPr>
          <p:cNvCxnSpPr>
            <a:cxnSpLocks/>
            <a:stCxn id="155" idx="3"/>
            <a:endCxn id="156" idx="1"/>
          </p:cNvCxnSpPr>
          <p:nvPr/>
        </p:nvCxnSpPr>
        <p:spPr>
          <a:xfrm>
            <a:off x="5670140" y="3825126"/>
            <a:ext cx="291996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2A12777B-1999-4C54-80F9-11C7056C6F94}"/>
              </a:ext>
            </a:extLst>
          </p:cNvPr>
          <p:cNvSpPr/>
          <p:nvPr/>
        </p:nvSpPr>
        <p:spPr>
          <a:xfrm>
            <a:off x="630816" y="366892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D63559F-95F1-4D4A-87B0-A259C64F7AD1}"/>
              </a:ext>
            </a:extLst>
          </p:cNvPr>
          <p:cNvSpPr/>
          <p:nvPr/>
        </p:nvSpPr>
        <p:spPr>
          <a:xfrm>
            <a:off x="5670140" y="366892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∞)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A9CDC26-108C-4A9E-B5E1-F76345656901}"/>
              </a:ext>
            </a:extLst>
          </p:cNvPr>
          <p:cNvSpPr/>
          <p:nvPr/>
        </p:nvSpPr>
        <p:spPr>
          <a:xfrm>
            <a:off x="623520" y="434287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FBD7822-29E6-4CD3-9C70-69878F7B1D7E}"/>
              </a:ext>
            </a:extLst>
          </p:cNvPr>
          <p:cNvSpPr/>
          <p:nvPr/>
        </p:nvSpPr>
        <p:spPr>
          <a:xfrm>
            <a:off x="5678273" y="4345355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85E92F1-B3DA-4D7C-B9D7-3453CE909949}"/>
              </a:ext>
            </a:extLst>
          </p:cNvPr>
          <p:cNvSpPr/>
          <p:nvPr/>
        </p:nvSpPr>
        <p:spPr>
          <a:xfrm>
            <a:off x="7361832" y="434535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43BDDF2-0F4C-4764-9BBA-4A203C90D52C}"/>
              </a:ext>
            </a:extLst>
          </p:cNvPr>
          <p:cNvSpPr/>
          <p:nvPr/>
        </p:nvSpPr>
        <p:spPr>
          <a:xfrm>
            <a:off x="5672596" y="501421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20CCC7E-87D0-49AC-9FD1-80F935DB63D5}"/>
              </a:ext>
            </a:extLst>
          </p:cNvPr>
          <p:cNvSpPr/>
          <p:nvPr/>
        </p:nvSpPr>
        <p:spPr>
          <a:xfrm>
            <a:off x="7356156" y="5014026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196CC19-F654-401C-B8BD-D7E1299A4157}"/>
              </a:ext>
            </a:extLst>
          </p:cNvPr>
          <p:cNvSpPr/>
          <p:nvPr/>
        </p:nvSpPr>
        <p:spPr>
          <a:xfrm>
            <a:off x="5679757" y="5683061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84B9502-540F-46C4-8524-F0666601CB21}"/>
              </a:ext>
            </a:extLst>
          </p:cNvPr>
          <p:cNvSpPr/>
          <p:nvPr/>
        </p:nvSpPr>
        <p:spPr>
          <a:xfrm>
            <a:off x="7363316" y="567829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8F250CAF-A528-4943-9A47-55E87BE09800}"/>
              </a:ext>
            </a:extLst>
          </p:cNvPr>
          <p:cNvSpPr/>
          <p:nvPr/>
        </p:nvSpPr>
        <p:spPr>
          <a:xfrm>
            <a:off x="3994803" y="5012569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F63FFD1-075C-4D30-8A02-01E8B9A99E6D}"/>
              </a:ext>
            </a:extLst>
          </p:cNvPr>
          <p:cNvSpPr/>
          <p:nvPr/>
        </p:nvSpPr>
        <p:spPr>
          <a:xfrm>
            <a:off x="3994802" y="567931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87EB4D3-B98E-4B8B-8C81-0E298AD74EC4}"/>
              </a:ext>
            </a:extLst>
          </p:cNvPr>
          <p:cNvSpPr/>
          <p:nvPr/>
        </p:nvSpPr>
        <p:spPr>
          <a:xfrm>
            <a:off x="629929" y="5012670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[-∞,37)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9BC0B43-F132-42C4-92A9-AE29E6825BE3}"/>
              </a:ext>
            </a:extLst>
          </p:cNvPr>
          <p:cNvSpPr/>
          <p:nvPr/>
        </p:nvSpPr>
        <p:spPr>
          <a:xfrm>
            <a:off x="629929" y="567829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[-∞,10)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8EFABC6-59EB-4437-88D2-84427221A00A}"/>
              </a:ext>
            </a:extLst>
          </p:cNvPr>
          <p:cNvSpPr/>
          <p:nvPr/>
        </p:nvSpPr>
        <p:spPr>
          <a:xfrm>
            <a:off x="2307880" y="5684400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[10, 37)</a:t>
            </a:r>
          </a:p>
        </p:txBody>
      </p:sp>
    </p:spTree>
    <p:extLst>
      <p:ext uri="{BB962C8B-B14F-4D97-AF65-F5344CB8AC3E}">
        <p14:creationId xmlns:p14="http://schemas.microsoft.com/office/powerpoint/2010/main" val="78857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99" grpId="0" animBg="1"/>
      <p:bldP spid="113" grpId="0" animBg="1"/>
      <p:bldP spid="125" grpId="0" animBg="1"/>
      <p:bldP spid="128" grpId="0" animBg="1"/>
      <p:bldP spid="129" grpId="0" animBg="1"/>
      <p:bldP spid="130" grpId="0" animBg="1"/>
      <p:bldP spid="1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B6968128-6E7C-458A-8158-A714CD6B3A85}"/>
              </a:ext>
            </a:extLst>
          </p:cNvPr>
          <p:cNvCxnSpPr>
            <a:cxnSpLocks/>
            <a:stCxn id="78" idx="1"/>
            <a:endCxn id="156" idx="1"/>
          </p:cNvCxnSpPr>
          <p:nvPr/>
        </p:nvCxnSpPr>
        <p:spPr>
          <a:xfrm flipV="1">
            <a:off x="5679973" y="3980611"/>
            <a:ext cx="2919966" cy="111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5633AE58-5370-47D2-816D-84E1AE593608}"/>
              </a:ext>
            </a:extLst>
          </p:cNvPr>
          <p:cNvCxnSpPr>
            <a:cxnSpLocks/>
            <a:stCxn id="77" idx="1"/>
            <a:endCxn id="155" idx="1"/>
          </p:cNvCxnSpPr>
          <p:nvPr/>
        </p:nvCxnSpPr>
        <p:spPr>
          <a:xfrm flipV="1">
            <a:off x="640649" y="3980611"/>
            <a:ext cx="4587040" cy="111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ED91D2C5-86B2-473D-B71D-ECCD1705B0F6}"/>
              </a:ext>
            </a:extLst>
          </p:cNvPr>
          <p:cNvSpPr/>
          <p:nvPr/>
        </p:nvSpPr>
        <p:spPr>
          <a:xfrm>
            <a:off x="186199" y="65015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16B7BD5-AF71-47CC-8726-FC9A4E69C6F2}"/>
              </a:ext>
            </a:extLst>
          </p:cNvPr>
          <p:cNvSpPr/>
          <p:nvPr/>
        </p:nvSpPr>
        <p:spPr>
          <a:xfrm>
            <a:off x="1026857" y="65015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7530B59-91CD-4A27-87F8-359D467EC2B7}"/>
              </a:ext>
            </a:extLst>
          </p:cNvPr>
          <p:cNvSpPr/>
          <p:nvPr/>
        </p:nvSpPr>
        <p:spPr>
          <a:xfrm>
            <a:off x="1867515" y="65015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CBCA2E6-E9B5-4235-BEEB-FB3EB3EF304C}"/>
              </a:ext>
            </a:extLst>
          </p:cNvPr>
          <p:cNvSpPr/>
          <p:nvPr/>
        </p:nvSpPr>
        <p:spPr>
          <a:xfrm>
            <a:off x="2713089" y="65015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38B098A-74AF-4816-800C-5E130BCBB6C1}"/>
              </a:ext>
            </a:extLst>
          </p:cNvPr>
          <p:cNvSpPr/>
          <p:nvPr/>
        </p:nvSpPr>
        <p:spPr>
          <a:xfrm>
            <a:off x="3553747" y="65015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E3B10AE-B8BF-45CC-920B-16BCAA168C05}"/>
              </a:ext>
            </a:extLst>
          </p:cNvPr>
          <p:cNvSpPr/>
          <p:nvPr/>
        </p:nvSpPr>
        <p:spPr>
          <a:xfrm>
            <a:off x="4394405" y="650154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1762FAC-0839-4E50-87D6-813A76716B23}"/>
              </a:ext>
            </a:extLst>
          </p:cNvPr>
          <p:cNvSpPr/>
          <p:nvPr/>
        </p:nvSpPr>
        <p:spPr>
          <a:xfrm>
            <a:off x="5235063" y="65015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E8ADECE-3DAD-4CD4-8396-333CDD819ACE}"/>
              </a:ext>
            </a:extLst>
          </p:cNvPr>
          <p:cNvSpPr/>
          <p:nvPr/>
        </p:nvSpPr>
        <p:spPr>
          <a:xfrm>
            <a:off x="6075721" y="650153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1D7DF56-34C6-46AB-ACEF-2B914E11EE23}"/>
              </a:ext>
            </a:extLst>
          </p:cNvPr>
          <p:cNvSpPr/>
          <p:nvPr/>
        </p:nvSpPr>
        <p:spPr>
          <a:xfrm>
            <a:off x="6916379" y="6501538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C517F81-1610-444F-A6C5-69319B85EE8D}"/>
              </a:ext>
            </a:extLst>
          </p:cNvPr>
          <p:cNvSpPr/>
          <p:nvPr/>
        </p:nvSpPr>
        <p:spPr>
          <a:xfrm>
            <a:off x="7755407" y="6501537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A37E2BE-5D65-4F5E-8ADF-57009C47E48F}"/>
              </a:ext>
            </a:extLst>
          </p:cNvPr>
          <p:cNvSpPr/>
          <p:nvPr/>
        </p:nvSpPr>
        <p:spPr>
          <a:xfrm>
            <a:off x="186199" y="5834803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2E5DA1F-8129-4DA0-AF07-6DEF14BC771E}"/>
              </a:ext>
            </a:extLst>
          </p:cNvPr>
          <p:cNvSpPr/>
          <p:nvPr/>
        </p:nvSpPr>
        <p:spPr>
          <a:xfrm>
            <a:off x="1869760" y="583480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6FD52179-03C2-43A1-802B-B3B22B7210EF}"/>
              </a:ext>
            </a:extLst>
          </p:cNvPr>
          <p:cNvSpPr/>
          <p:nvPr/>
        </p:nvSpPr>
        <p:spPr>
          <a:xfrm>
            <a:off x="3553747" y="583480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5DC6DDB-9961-44A8-A9AC-A2C522252AC8}"/>
              </a:ext>
            </a:extLst>
          </p:cNvPr>
          <p:cNvSpPr/>
          <p:nvPr/>
        </p:nvSpPr>
        <p:spPr>
          <a:xfrm>
            <a:off x="5235063" y="5834800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4093152-83D5-418F-81F8-C6814BD0D063}"/>
              </a:ext>
            </a:extLst>
          </p:cNvPr>
          <p:cNvSpPr/>
          <p:nvPr/>
        </p:nvSpPr>
        <p:spPr>
          <a:xfrm>
            <a:off x="6916379" y="58347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AB5DA9F7-B2C4-42C3-A3F8-C89B40A69BAE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638483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8FF95BD6-7A8E-4E7A-9B4B-FD70719A92D2}"/>
              </a:ext>
            </a:extLst>
          </p:cNvPr>
          <p:cNvCxnSpPr>
            <a:cxnSpLocks/>
          </p:cNvCxnSpPr>
          <p:nvPr/>
        </p:nvCxnSpPr>
        <p:spPr>
          <a:xfrm>
            <a:off x="1479141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3FCD94-4453-44B1-8448-7B1B610CA6A4}"/>
              </a:ext>
            </a:extLst>
          </p:cNvPr>
          <p:cNvCxnSpPr>
            <a:cxnSpLocks/>
          </p:cNvCxnSpPr>
          <p:nvPr/>
        </p:nvCxnSpPr>
        <p:spPr>
          <a:xfrm>
            <a:off x="2319799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43B467A-3587-4E45-B987-D80302A99FDA}"/>
              </a:ext>
            </a:extLst>
          </p:cNvPr>
          <p:cNvCxnSpPr>
            <a:cxnSpLocks/>
          </p:cNvCxnSpPr>
          <p:nvPr/>
        </p:nvCxnSpPr>
        <p:spPr>
          <a:xfrm>
            <a:off x="3165373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1BAE8C8-EE2C-425D-9A2F-F2A4D4215135}"/>
              </a:ext>
            </a:extLst>
          </p:cNvPr>
          <p:cNvCxnSpPr>
            <a:cxnSpLocks/>
          </p:cNvCxnSpPr>
          <p:nvPr/>
        </p:nvCxnSpPr>
        <p:spPr>
          <a:xfrm>
            <a:off x="4006031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81CDA38-F80F-41E8-A501-483A05635945}"/>
              </a:ext>
            </a:extLst>
          </p:cNvPr>
          <p:cNvCxnSpPr>
            <a:cxnSpLocks/>
          </p:cNvCxnSpPr>
          <p:nvPr/>
        </p:nvCxnSpPr>
        <p:spPr>
          <a:xfrm>
            <a:off x="4846689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05390BE0-643B-4BEE-ABA6-3ABFCB6011FF}"/>
              </a:ext>
            </a:extLst>
          </p:cNvPr>
          <p:cNvCxnSpPr>
            <a:cxnSpLocks/>
          </p:cNvCxnSpPr>
          <p:nvPr/>
        </p:nvCxnSpPr>
        <p:spPr>
          <a:xfrm>
            <a:off x="5687347" y="664769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B3B35AF3-1F29-4601-B48D-48FE1CC6382F}"/>
              </a:ext>
            </a:extLst>
          </p:cNvPr>
          <p:cNvCxnSpPr>
            <a:cxnSpLocks/>
          </p:cNvCxnSpPr>
          <p:nvPr/>
        </p:nvCxnSpPr>
        <p:spPr>
          <a:xfrm>
            <a:off x="6528005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57045BC0-F25E-4B02-9DFC-9E6BE95C7185}"/>
              </a:ext>
            </a:extLst>
          </p:cNvPr>
          <p:cNvCxnSpPr>
            <a:cxnSpLocks/>
          </p:cNvCxnSpPr>
          <p:nvPr/>
        </p:nvCxnSpPr>
        <p:spPr>
          <a:xfrm>
            <a:off x="7368663" y="6658857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5210BA0-DD52-47A6-B967-D7D733FB1A93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 flipV="1">
            <a:off x="638483" y="5992119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F3B700CC-039C-4722-9219-8C3265EFC2F5}"/>
              </a:ext>
            </a:extLst>
          </p:cNvPr>
          <p:cNvCxnSpPr>
            <a:cxnSpLocks/>
          </p:cNvCxnSpPr>
          <p:nvPr/>
        </p:nvCxnSpPr>
        <p:spPr>
          <a:xfrm flipV="1">
            <a:off x="2317554" y="5992114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DDAF0508-FACD-474C-82FD-2283BC206D20}"/>
              </a:ext>
            </a:extLst>
          </p:cNvPr>
          <p:cNvCxnSpPr>
            <a:cxnSpLocks/>
          </p:cNvCxnSpPr>
          <p:nvPr/>
        </p:nvCxnSpPr>
        <p:spPr>
          <a:xfrm flipV="1">
            <a:off x="4004908" y="5997548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F4EC1AD-30B0-4C32-857F-B79353A1CBAD}"/>
              </a:ext>
            </a:extLst>
          </p:cNvPr>
          <p:cNvCxnSpPr>
            <a:cxnSpLocks/>
          </p:cNvCxnSpPr>
          <p:nvPr/>
        </p:nvCxnSpPr>
        <p:spPr>
          <a:xfrm flipV="1">
            <a:off x="5679973" y="5987716"/>
            <a:ext cx="1231277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C568FA55-0705-4692-9773-688FC22C43E6}"/>
              </a:ext>
            </a:extLst>
          </p:cNvPr>
          <p:cNvCxnSpPr>
            <a:cxnSpLocks/>
            <a:stCxn id="95" idx="2"/>
            <a:endCxn id="86" idx="0"/>
          </p:cNvCxnSpPr>
          <p:nvPr/>
        </p:nvCxnSpPr>
        <p:spPr>
          <a:xfrm flipH="1">
            <a:off x="2093657" y="6149435"/>
            <a:ext cx="2245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52BF50DA-86C4-4943-81B4-2008BFA5BF26}"/>
              </a:ext>
            </a:extLst>
          </p:cNvPr>
          <p:cNvCxnSpPr>
            <a:cxnSpLocks/>
            <a:stCxn id="96" idx="2"/>
            <a:endCxn id="88" idx="0"/>
          </p:cNvCxnSpPr>
          <p:nvPr/>
        </p:nvCxnSpPr>
        <p:spPr>
          <a:xfrm>
            <a:off x="3779889" y="6149434"/>
            <a:ext cx="0" cy="352105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F4DEF1A9-7A2D-4CFC-89F6-E198DA95FCED}"/>
              </a:ext>
            </a:extLst>
          </p:cNvPr>
          <p:cNvCxnSpPr>
            <a:cxnSpLocks/>
            <a:stCxn id="97" idx="2"/>
            <a:endCxn id="90" idx="0"/>
          </p:cNvCxnSpPr>
          <p:nvPr/>
        </p:nvCxnSpPr>
        <p:spPr>
          <a:xfrm>
            <a:off x="5461205" y="6149433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F8905CEC-10F9-4119-8E05-F6B54568BBDA}"/>
              </a:ext>
            </a:extLst>
          </p:cNvPr>
          <p:cNvCxnSpPr>
            <a:cxnSpLocks/>
            <a:stCxn id="98" idx="2"/>
            <a:endCxn id="92" idx="0"/>
          </p:cNvCxnSpPr>
          <p:nvPr/>
        </p:nvCxnSpPr>
        <p:spPr>
          <a:xfrm>
            <a:off x="7142521" y="6149432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A308CA2B-16C5-4E5F-A3BD-484AC2EF09BF}"/>
              </a:ext>
            </a:extLst>
          </p:cNvPr>
          <p:cNvCxnSpPr>
            <a:cxnSpLocks/>
            <a:stCxn id="94" idx="2"/>
            <a:endCxn id="84" idx="0"/>
          </p:cNvCxnSpPr>
          <p:nvPr/>
        </p:nvCxnSpPr>
        <p:spPr>
          <a:xfrm>
            <a:off x="412341" y="6149436"/>
            <a:ext cx="0" cy="35210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83D164F0-4A1C-489A-A2DF-2E6FF85BB2A4}"/>
              </a:ext>
            </a:extLst>
          </p:cNvPr>
          <p:cNvSpPr/>
          <p:nvPr/>
        </p:nvSpPr>
        <p:spPr>
          <a:xfrm>
            <a:off x="3548831" y="516805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6039187-1892-4AE6-9E91-D7B83D976E57}"/>
              </a:ext>
            </a:extLst>
          </p:cNvPr>
          <p:cNvSpPr/>
          <p:nvPr/>
        </p:nvSpPr>
        <p:spPr>
          <a:xfrm>
            <a:off x="6911250" y="516949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E3BB3AD-55FB-4B60-BCD7-7D6922130D29}"/>
              </a:ext>
            </a:extLst>
          </p:cNvPr>
          <p:cNvSpPr/>
          <p:nvPr/>
        </p:nvSpPr>
        <p:spPr>
          <a:xfrm>
            <a:off x="186199" y="516805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8AE15CD-A111-493C-8E81-9C2356833B1E}"/>
              </a:ext>
            </a:extLst>
          </p:cNvPr>
          <p:cNvSpPr/>
          <p:nvPr/>
        </p:nvSpPr>
        <p:spPr>
          <a:xfrm>
            <a:off x="6911250" y="4498359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1225C51-2217-44AA-9DF8-03E58C6B5B54}"/>
              </a:ext>
            </a:extLst>
          </p:cNvPr>
          <p:cNvSpPr/>
          <p:nvPr/>
        </p:nvSpPr>
        <p:spPr>
          <a:xfrm>
            <a:off x="186199" y="4498357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EE0AFE27-BBE5-4186-9328-EAA92957AACC}"/>
              </a:ext>
            </a:extLst>
          </p:cNvPr>
          <p:cNvCxnSpPr>
            <a:cxnSpLocks/>
            <a:stCxn id="122" idx="3"/>
            <a:endCxn id="120" idx="1"/>
          </p:cNvCxnSpPr>
          <p:nvPr/>
        </p:nvCxnSpPr>
        <p:spPr>
          <a:xfrm>
            <a:off x="638483" y="5325371"/>
            <a:ext cx="2910348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8DCF4A66-C7E5-48D7-B7D1-2A1921231486}"/>
              </a:ext>
            </a:extLst>
          </p:cNvPr>
          <p:cNvCxnSpPr>
            <a:cxnSpLocks/>
          </p:cNvCxnSpPr>
          <p:nvPr/>
        </p:nvCxnSpPr>
        <p:spPr>
          <a:xfrm>
            <a:off x="412341" y="5482687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62002E7-99EB-43E7-BF95-4AD3B5F23CE0}"/>
              </a:ext>
            </a:extLst>
          </p:cNvPr>
          <p:cNvCxnSpPr>
            <a:cxnSpLocks/>
            <a:stCxn id="126" idx="2"/>
            <a:endCxn id="122" idx="0"/>
          </p:cNvCxnSpPr>
          <p:nvPr/>
        </p:nvCxnSpPr>
        <p:spPr>
          <a:xfrm>
            <a:off x="412341" y="4812990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1B43D33-E431-4DC9-A600-050F76C37790}"/>
              </a:ext>
            </a:extLst>
          </p:cNvPr>
          <p:cNvCxnSpPr>
            <a:cxnSpLocks/>
          </p:cNvCxnSpPr>
          <p:nvPr/>
        </p:nvCxnSpPr>
        <p:spPr>
          <a:xfrm>
            <a:off x="7142521" y="4812990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46730C54-7CA4-4F94-9971-E0FB2755F700}"/>
              </a:ext>
            </a:extLst>
          </p:cNvPr>
          <p:cNvCxnSpPr>
            <a:cxnSpLocks/>
          </p:cNvCxnSpPr>
          <p:nvPr/>
        </p:nvCxnSpPr>
        <p:spPr>
          <a:xfrm>
            <a:off x="7142521" y="5482687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98CB83D1-1C6D-4658-95AB-8455DC9B0E71}"/>
              </a:ext>
            </a:extLst>
          </p:cNvPr>
          <p:cNvCxnSpPr>
            <a:cxnSpLocks/>
          </p:cNvCxnSpPr>
          <p:nvPr/>
        </p:nvCxnSpPr>
        <p:spPr>
          <a:xfrm>
            <a:off x="3779889" y="5482687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>
            <a:extLst>
              <a:ext uri="{FF2B5EF4-FFF2-40B4-BE49-F238E27FC236}">
                <a16:creationId xmlns:a16="http://schemas.microsoft.com/office/drawing/2014/main" id="{FE26C00B-2FD6-4ABA-9146-92D7287FC0AF}"/>
              </a:ext>
            </a:extLst>
          </p:cNvPr>
          <p:cNvSpPr/>
          <p:nvPr/>
        </p:nvSpPr>
        <p:spPr>
          <a:xfrm>
            <a:off x="8599939" y="649037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6B95A59-201E-4D0F-9776-6A1AD1F6D569}"/>
              </a:ext>
            </a:extLst>
          </p:cNvPr>
          <p:cNvSpPr/>
          <p:nvPr/>
        </p:nvSpPr>
        <p:spPr>
          <a:xfrm>
            <a:off x="8599939" y="582363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B09AA164-D0F7-4D7C-AA81-9EFF58C4583E}"/>
              </a:ext>
            </a:extLst>
          </p:cNvPr>
          <p:cNvCxnSpPr>
            <a:cxnSpLocks/>
            <a:stCxn id="140" idx="2"/>
            <a:endCxn id="139" idx="0"/>
          </p:cNvCxnSpPr>
          <p:nvPr/>
        </p:nvCxnSpPr>
        <p:spPr>
          <a:xfrm>
            <a:off x="8826081" y="6138269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8A02D7AE-BE48-41A1-BCC4-5FB9D979F9C4}"/>
              </a:ext>
            </a:extLst>
          </p:cNvPr>
          <p:cNvSpPr/>
          <p:nvPr/>
        </p:nvSpPr>
        <p:spPr>
          <a:xfrm>
            <a:off x="8599939" y="5156892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F64EB1C-6744-4A0F-8258-296DD841A578}"/>
              </a:ext>
            </a:extLst>
          </p:cNvPr>
          <p:cNvSpPr/>
          <p:nvPr/>
        </p:nvSpPr>
        <p:spPr>
          <a:xfrm>
            <a:off x="8599939" y="448719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B1C59D3D-02D1-47E1-B4C5-36DDA8FA09AD}"/>
              </a:ext>
            </a:extLst>
          </p:cNvPr>
          <p:cNvCxnSpPr>
            <a:cxnSpLocks/>
          </p:cNvCxnSpPr>
          <p:nvPr/>
        </p:nvCxnSpPr>
        <p:spPr>
          <a:xfrm>
            <a:off x="8826081" y="5471525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407424D5-ED06-4813-AD23-7C0F996A3BFC}"/>
              </a:ext>
            </a:extLst>
          </p:cNvPr>
          <p:cNvCxnSpPr>
            <a:cxnSpLocks/>
          </p:cNvCxnSpPr>
          <p:nvPr/>
        </p:nvCxnSpPr>
        <p:spPr>
          <a:xfrm>
            <a:off x="8826081" y="4801828"/>
            <a:ext cx="0" cy="35210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A048F1CC-F034-4C64-8E5A-5D015F7B1AA7}"/>
              </a:ext>
            </a:extLst>
          </p:cNvPr>
          <p:cNvCxnSpPr>
            <a:cxnSpLocks/>
          </p:cNvCxnSpPr>
          <p:nvPr/>
        </p:nvCxnSpPr>
        <p:spPr>
          <a:xfrm>
            <a:off x="8211565" y="6647692"/>
            <a:ext cx="3883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D63F027C-1668-482A-B492-A1F396897764}"/>
              </a:ext>
            </a:extLst>
          </p:cNvPr>
          <p:cNvCxnSpPr>
            <a:cxnSpLocks/>
            <a:stCxn id="98" idx="3"/>
            <a:endCxn id="140" idx="1"/>
          </p:cNvCxnSpPr>
          <p:nvPr/>
        </p:nvCxnSpPr>
        <p:spPr>
          <a:xfrm flipV="1">
            <a:off x="7368663" y="5980953"/>
            <a:ext cx="1231276" cy="1116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E5094F4E-A65B-4068-AEF9-40A80D556D53}"/>
              </a:ext>
            </a:extLst>
          </p:cNvPr>
          <p:cNvSpPr/>
          <p:nvPr/>
        </p:nvSpPr>
        <p:spPr>
          <a:xfrm>
            <a:off x="5230146" y="5170536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323493A8-64A1-4796-B809-3B0799231FCF}"/>
              </a:ext>
            </a:extLst>
          </p:cNvPr>
          <p:cNvCxnSpPr>
            <a:cxnSpLocks/>
            <a:stCxn id="120" idx="3"/>
            <a:endCxn id="148" idx="1"/>
          </p:cNvCxnSpPr>
          <p:nvPr/>
        </p:nvCxnSpPr>
        <p:spPr>
          <a:xfrm>
            <a:off x="4001115" y="5325372"/>
            <a:ext cx="1229031" cy="248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FB243D8B-7638-4BA4-B5AF-0A58537473E1}"/>
              </a:ext>
            </a:extLst>
          </p:cNvPr>
          <p:cNvCxnSpPr>
            <a:cxnSpLocks/>
            <a:stCxn id="148" idx="3"/>
            <a:endCxn id="121" idx="1"/>
          </p:cNvCxnSpPr>
          <p:nvPr/>
        </p:nvCxnSpPr>
        <p:spPr>
          <a:xfrm flipV="1">
            <a:off x="5682430" y="5326816"/>
            <a:ext cx="1228820" cy="103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8C9449D9-21D2-4C0D-8070-958E67F6BF18}"/>
              </a:ext>
            </a:extLst>
          </p:cNvPr>
          <p:cNvCxnSpPr>
            <a:cxnSpLocks/>
            <a:stCxn id="121" idx="3"/>
            <a:endCxn id="142" idx="1"/>
          </p:cNvCxnSpPr>
          <p:nvPr/>
        </p:nvCxnSpPr>
        <p:spPr>
          <a:xfrm flipV="1">
            <a:off x="7363534" y="5314209"/>
            <a:ext cx="1236405" cy="1260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14BFEBDB-CCA4-47ED-8F5E-ACF6176363C0}"/>
              </a:ext>
            </a:extLst>
          </p:cNvPr>
          <p:cNvCxnSpPr>
            <a:cxnSpLocks/>
            <a:stCxn id="148" idx="2"/>
            <a:endCxn id="97" idx="0"/>
          </p:cNvCxnSpPr>
          <p:nvPr/>
        </p:nvCxnSpPr>
        <p:spPr>
          <a:xfrm>
            <a:off x="5456288" y="5485169"/>
            <a:ext cx="4917" cy="34963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DDAC446-8A4E-46E6-BD82-180D11C96EE3}"/>
              </a:ext>
            </a:extLst>
          </p:cNvPr>
          <p:cNvCxnSpPr>
            <a:cxnSpLocks/>
          </p:cNvCxnSpPr>
          <p:nvPr/>
        </p:nvCxnSpPr>
        <p:spPr>
          <a:xfrm flipV="1">
            <a:off x="7363534" y="4640701"/>
            <a:ext cx="1236405" cy="12607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>
            <a:extLst>
              <a:ext uri="{FF2B5EF4-FFF2-40B4-BE49-F238E27FC236}">
                <a16:creationId xmlns:a16="http://schemas.microsoft.com/office/drawing/2014/main" id="{A1C59779-1DBB-4585-AA4D-C0C3F2D2E232}"/>
              </a:ext>
            </a:extLst>
          </p:cNvPr>
          <p:cNvSpPr/>
          <p:nvPr/>
        </p:nvSpPr>
        <p:spPr>
          <a:xfrm>
            <a:off x="5232898" y="4496915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DC6364CF-2877-411B-B9C4-C92C31B14572}"/>
              </a:ext>
            </a:extLst>
          </p:cNvPr>
          <p:cNvSpPr/>
          <p:nvPr/>
        </p:nvSpPr>
        <p:spPr>
          <a:xfrm>
            <a:off x="5227689" y="382329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B404DA7B-8124-4FC2-A79F-CE143D9588B6}"/>
              </a:ext>
            </a:extLst>
          </p:cNvPr>
          <p:cNvSpPr/>
          <p:nvPr/>
        </p:nvSpPr>
        <p:spPr>
          <a:xfrm>
            <a:off x="8599939" y="3823294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AF2517A-D9DA-416E-9687-EDC5CDCBD6A3}"/>
              </a:ext>
            </a:extLst>
          </p:cNvPr>
          <p:cNvSpPr/>
          <p:nvPr/>
        </p:nvSpPr>
        <p:spPr>
          <a:xfrm>
            <a:off x="186199" y="3818051"/>
            <a:ext cx="452284" cy="314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-∞</a:t>
            </a: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BF925EA4-9A2D-45C8-8C53-866A6B59A98C}"/>
              </a:ext>
            </a:extLst>
          </p:cNvPr>
          <p:cNvCxnSpPr>
            <a:cxnSpLocks/>
          </p:cNvCxnSpPr>
          <p:nvPr/>
        </p:nvCxnSpPr>
        <p:spPr>
          <a:xfrm>
            <a:off x="412341" y="4132132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6E8D0A6A-567F-487E-AABC-E4CBDEDF59CF}"/>
              </a:ext>
            </a:extLst>
          </p:cNvPr>
          <p:cNvCxnSpPr>
            <a:cxnSpLocks/>
          </p:cNvCxnSpPr>
          <p:nvPr/>
        </p:nvCxnSpPr>
        <p:spPr>
          <a:xfrm>
            <a:off x="5461205" y="4811548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DC43620A-3E7B-4E6F-86C9-8AF0BACC52CB}"/>
              </a:ext>
            </a:extLst>
          </p:cNvPr>
          <p:cNvCxnSpPr>
            <a:cxnSpLocks/>
          </p:cNvCxnSpPr>
          <p:nvPr/>
        </p:nvCxnSpPr>
        <p:spPr>
          <a:xfrm>
            <a:off x="5461205" y="4141851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D75C46A2-B5B6-425B-AFA7-F70FAE8C9F69}"/>
              </a:ext>
            </a:extLst>
          </p:cNvPr>
          <p:cNvCxnSpPr>
            <a:cxnSpLocks/>
          </p:cNvCxnSpPr>
          <p:nvPr/>
        </p:nvCxnSpPr>
        <p:spPr>
          <a:xfrm>
            <a:off x="8826081" y="4132132"/>
            <a:ext cx="0" cy="35506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9C941544-F041-4920-899B-D6218D292015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633353" y="4651421"/>
            <a:ext cx="4599545" cy="281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B1E168C5-5E6B-4E29-9E72-8F1B96806686}"/>
              </a:ext>
            </a:extLst>
          </p:cNvPr>
          <p:cNvCxnSpPr>
            <a:cxnSpLocks/>
            <a:stCxn id="154" idx="3"/>
            <a:endCxn id="124" idx="1"/>
          </p:cNvCxnSpPr>
          <p:nvPr/>
        </p:nvCxnSpPr>
        <p:spPr>
          <a:xfrm>
            <a:off x="5685182" y="4654232"/>
            <a:ext cx="1226068" cy="1444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2A12777B-1999-4C54-80F9-11C7056C6F94}"/>
              </a:ext>
            </a:extLst>
          </p:cNvPr>
          <p:cNvSpPr/>
          <p:nvPr/>
        </p:nvSpPr>
        <p:spPr>
          <a:xfrm>
            <a:off x="640649" y="3824409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D63559F-95F1-4D4A-87B0-A259C64F7AD1}"/>
              </a:ext>
            </a:extLst>
          </p:cNvPr>
          <p:cNvSpPr/>
          <p:nvPr/>
        </p:nvSpPr>
        <p:spPr>
          <a:xfrm>
            <a:off x="5679973" y="3824409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∞)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A9CDC26-108C-4A9E-B5E1-F76345656901}"/>
              </a:ext>
            </a:extLst>
          </p:cNvPr>
          <p:cNvSpPr/>
          <p:nvPr/>
        </p:nvSpPr>
        <p:spPr>
          <a:xfrm>
            <a:off x="633353" y="449835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FBD7822-29E6-4CD3-9C70-69878F7B1D7E}"/>
              </a:ext>
            </a:extLst>
          </p:cNvPr>
          <p:cNvSpPr/>
          <p:nvPr/>
        </p:nvSpPr>
        <p:spPr>
          <a:xfrm>
            <a:off x="5688106" y="4500840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85E92F1-B3DA-4D7C-B9D7-3453CE909949}"/>
              </a:ext>
            </a:extLst>
          </p:cNvPr>
          <p:cNvSpPr/>
          <p:nvPr/>
        </p:nvSpPr>
        <p:spPr>
          <a:xfrm>
            <a:off x="7371665" y="4500839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43BDDF2-0F4C-4764-9BBA-4A203C90D52C}"/>
              </a:ext>
            </a:extLst>
          </p:cNvPr>
          <p:cNvSpPr/>
          <p:nvPr/>
        </p:nvSpPr>
        <p:spPr>
          <a:xfrm>
            <a:off x="5682429" y="516969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20CCC7E-87D0-49AC-9FD1-80F935DB63D5}"/>
              </a:ext>
            </a:extLst>
          </p:cNvPr>
          <p:cNvSpPr/>
          <p:nvPr/>
        </p:nvSpPr>
        <p:spPr>
          <a:xfrm>
            <a:off x="7365989" y="5169511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196CC19-F654-401C-B8BD-D7E1299A4157}"/>
              </a:ext>
            </a:extLst>
          </p:cNvPr>
          <p:cNvSpPr/>
          <p:nvPr/>
        </p:nvSpPr>
        <p:spPr>
          <a:xfrm>
            <a:off x="5689590" y="5838546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84B9502-540F-46C4-8524-F0666601CB21}"/>
              </a:ext>
            </a:extLst>
          </p:cNvPr>
          <p:cNvSpPr/>
          <p:nvPr/>
        </p:nvSpPr>
        <p:spPr>
          <a:xfrm>
            <a:off x="7373149" y="583378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8F250CAF-A528-4943-9A47-55E87BE09800}"/>
              </a:ext>
            </a:extLst>
          </p:cNvPr>
          <p:cNvSpPr/>
          <p:nvPr/>
        </p:nvSpPr>
        <p:spPr>
          <a:xfrm>
            <a:off x="4004636" y="516805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F63FFD1-075C-4D30-8A02-01E8B9A99E6D}"/>
              </a:ext>
            </a:extLst>
          </p:cNvPr>
          <p:cNvSpPr/>
          <p:nvPr/>
        </p:nvSpPr>
        <p:spPr>
          <a:xfrm>
            <a:off x="4004635" y="5834799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87EB4D3-B98E-4B8B-8C81-0E298AD74EC4}"/>
              </a:ext>
            </a:extLst>
          </p:cNvPr>
          <p:cNvSpPr/>
          <p:nvPr/>
        </p:nvSpPr>
        <p:spPr>
          <a:xfrm>
            <a:off x="639762" y="5168155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[-∞,37)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9BC0B43-F132-42C4-92A9-AE29E6825BE3}"/>
              </a:ext>
            </a:extLst>
          </p:cNvPr>
          <p:cNvSpPr/>
          <p:nvPr/>
        </p:nvSpPr>
        <p:spPr>
          <a:xfrm>
            <a:off x="639762" y="583378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[-∞,10)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8EFABC6-59EB-4437-88D2-84427221A00A}"/>
              </a:ext>
            </a:extLst>
          </p:cNvPr>
          <p:cNvSpPr/>
          <p:nvPr/>
        </p:nvSpPr>
        <p:spPr>
          <a:xfrm>
            <a:off x="2317713" y="5839885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[10, 37)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8F86DD7-951B-4737-B37D-FF47E6C2298E}"/>
              </a:ext>
            </a:extLst>
          </p:cNvPr>
          <p:cNvSpPr/>
          <p:nvPr/>
        </p:nvSpPr>
        <p:spPr>
          <a:xfrm>
            <a:off x="186199" y="3390811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-∞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3FF0FE4-3C63-46FC-830F-1E12BD41F75B}"/>
              </a:ext>
            </a:extLst>
          </p:cNvPr>
          <p:cNvSpPr/>
          <p:nvPr/>
        </p:nvSpPr>
        <p:spPr>
          <a:xfrm>
            <a:off x="1026857" y="3390811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80E78CF-8769-4249-975F-934390AB569B}"/>
              </a:ext>
            </a:extLst>
          </p:cNvPr>
          <p:cNvSpPr/>
          <p:nvPr/>
        </p:nvSpPr>
        <p:spPr>
          <a:xfrm>
            <a:off x="1867515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AAABC0C-FBFE-457A-9558-F0B305FF8EA6}"/>
              </a:ext>
            </a:extLst>
          </p:cNvPr>
          <p:cNvSpPr/>
          <p:nvPr/>
        </p:nvSpPr>
        <p:spPr>
          <a:xfrm>
            <a:off x="2713089" y="3390811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43CF9C1E-0842-4616-9D49-5E4BA56EE6C3}"/>
              </a:ext>
            </a:extLst>
          </p:cNvPr>
          <p:cNvSpPr/>
          <p:nvPr/>
        </p:nvSpPr>
        <p:spPr>
          <a:xfrm>
            <a:off x="3553747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7CC313D8-D21D-45B1-9C19-EF3D3C278D80}"/>
              </a:ext>
            </a:extLst>
          </p:cNvPr>
          <p:cNvSpPr/>
          <p:nvPr/>
        </p:nvSpPr>
        <p:spPr>
          <a:xfrm>
            <a:off x="4394405" y="3390811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8D062758-8C14-4322-BE93-83590CE928BF}"/>
              </a:ext>
            </a:extLst>
          </p:cNvPr>
          <p:cNvSpPr/>
          <p:nvPr/>
        </p:nvSpPr>
        <p:spPr>
          <a:xfrm>
            <a:off x="5235063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382B3035-C80F-4713-8568-658516171FA1}"/>
              </a:ext>
            </a:extLst>
          </p:cNvPr>
          <p:cNvSpPr/>
          <p:nvPr/>
        </p:nvSpPr>
        <p:spPr>
          <a:xfrm>
            <a:off x="6075721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2DE53C91-FEDA-49D4-9C47-F87B935CBF6C}"/>
              </a:ext>
            </a:extLst>
          </p:cNvPr>
          <p:cNvSpPr/>
          <p:nvPr/>
        </p:nvSpPr>
        <p:spPr>
          <a:xfrm>
            <a:off x="6916379" y="3390809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6A22E0AA-021C-4CF8-88F7-241B5094FF77}"/>
              </a:ext>
            </a:extLst>
          </p:cNvPr>
          <p:cNvSpPr/>
          <p:nvPr/>
        </p:nvSpPr>
        <p:spPr>
          <a:xfrm>
            <a:off x="7755407" y="3390808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E975E533-E2C0-49F5-87C6-84E5C5D0E035}"/>
              </a:ext>
            </a:extLst>
          </p:cNvPr>
          <p:cNvCxnSpPr>
            <a:cxnSpLocks/>
            <a:stCxn id="119" idx="3"/>
            <a:endCxn id="123" idx="1"/>
          </p:cNvCxnSpPr>
          <p:nvPr/>
        </p:nvCxnSpPr>
        <p:spPr>
          <a:xfrm>
            <a:off x="638483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47DCEF90-A4CD-4C2C-A778-77F6297A28B5}"/>
              </a:ext>
            </a:extLst>
          </p:cNvPr>
          <p:cNvCxnSpPr>
            <a:cxnSpLocks/>
          </p:cNvCxnSpPr>
          <p:nvPr/>
        </p:nvCxnSpPr>
        <p:spPr>
          <a:xfrm>
            <a:off x="1479141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97E12704-71C4-46EF-AC4B-132B4757255E}"/>
              </a:ext>
            </a:extLst>
          </p:cNvPr>
          <p:cNvCxnSpPr>
            <a:cxnSpLocks/>
          </p:cNvCxnSpPr>
          <p:nvPr/>
        </p:nvCxnSpPr>
        <p:spPr>
          <a:xfrm>
            <a:off x="2319799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D8D2B7A9-99DE-4E9B-9CBD-49704496B47A}"/>
              </a:ext>
            </a:extLst>
          </p:cNvPr>
          <p:cNvCxnSpPr>
            <a:cxnSpLocks/>
          </p:cNvCxnSpPr>
          <p:nvPr/>
        </p:nvCxnSpPr>
        <p:spPr>
          <a:xfrm>
            <a:off x="3165373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07E141EA-18ED-4103-8AF1-AF523DDB3ADB}"/>
              </a:ext>
            </a:extLst>
          </p:cNvPr>
          <p:cNvCxnSpPr>
            <a:cxnSpLocks/>
          </p:cNvCxnSpPr>
          <p:nvPr/>
        </p:nvCxnSpPr>
        <p:spPr>
          <a:xfrm>
            <a:off x="4006031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69F5E17A-F1A8-4E72-B61D-A2344D2F1CEA}"/>
              </a:ext>
            </a:extLst>
          </p:cNvPr>
          <p:cNvCxnSpPr>
            <a:cxnSpLocks/>
          </p:cNvCxnSpPr>
          <p:nvPr/>
        </p:nvCxnSpPr>
        <p:spPr>
          <a:xfrm>
            <a:off x="4846689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9B48FE36-C6B2-4E75-B924-58AF7C185F12}"/>
              </a:ext>
            </a:extLst>
          </p:cNvPr>
          <p:cNvCxnSpPr>
            <a:cxnSpLocks/>
          </p:cNvCxnSpPr>
          <p:nvPr/>
        </p:nvCxnSpPr>
        <p:spPr>
          <a:xfrm>
            <a:off x="5687347" y="3536963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436A553F-FFD3-468D-BD99-59D67414F3CB}"/>
              </a:ext>
            </a:extLst>
          </p:cNvPr>
          <p:cNvCxnSpPr>
            <a:cxnSpLocks/>
          </p:cNvCxnSpPr>
          <p:nvPr/>
        </p:nvCxnSpPr>
        <p:spPr>
          <a:xfrm>
            <a:off x="6528005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9395E8D6-F1F9-45E1-A368-AE93E45C883C}"/>
              </a:ext>
            </a:extLst>
          </p:cNvPr>
          <p:cNvCxnSpPr>
            <a:cxnSpLocks/>
          </p:cNvCxnSpPr>
          <p:nvPr/>
        </p:nvCxnSpPr>
        <p:spPr>
          <a:xfrm>
            <a:off x="7368663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52842559-E601-410E-A31E-D69CBEBC2B2D}"/>
              </a:ext>
            </a:extLst>
          </p:cNvPr>
          <p:cNvCxnSpPr>
            <a:cxnSpLocks/>
            <a:stCxn id="243" idx="3"/>
          </p:cNvCxnSpPr>
          <p:nvPr/>
        </p:nvCxnSpPr>
        <p:spPr>
          <a:xfrm flipV="1">
            <a:off x="897616" y="2881392"/>
            <a:ext cx="972144" cy="6024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C8260911-2C19-4A6F-8302-5E6A24E88805}"/>
              </a:ext>
            </a:extLst>
          </p:cNvPr>
          <p:cNvCxnSpPr>
            <a:cxnSpLocks/>
            <a:stCxn id="244" idx="3"/>
          </p:cNvCxnSpPr>
          <p:nvPr/>
        </p:nvCxnSpPr>
        <p:spPr>
          <a:xfrm flipV="1">
            <a:off x="2574014" y="2881386"/>
            <a:ext cx="974817" cy="374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5F37FA3F-34EB-47D2-BF62-5BC6DBFD25D9}"/>
              </a:ext>
            </a:extLst>
          </p:cNvPr>
          <p:cNvCxnSpPr>
            <a:cxnSpLocks/>
          </p:cNvCxnSpPr>
          <p:nvPr/>
        </p:nvCxnSpPr>
        <p:spPr>
          <a:xfrm flipV="1">
            <a:off x="4004908" y="2886819"/>
            <a:ext cx="1231277" cy="1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D3E7210D-3846-4457-8178-86334C1518B2}"/>
              </a:ext>
            </a:extLst>
          </p:cNvPr>
          <p:cNvCxnSpPr>
            <a:cxnSpLocks/>
            <a:stCxn id="238" idx="3"/>
          </p:cNvCxnSpPr>
          <p:nvPr/>
        </p:nvCxnSpPr>
        <p:spPr>
          <a:xfrm flipV="1">
            <a:off x="5957011" y="2876988"/>
            <a:ext cx="954239" cy="827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A24DF34E-1D79-42E8-9701-0DCCD09FF99F}"/>
              </a:ext>
            </a:extLst>
          </p:cNvPr>
          <p:cNvCxnSpPr>
            <a:cxnSpLocks/>
            <a:endCxn id="132" idx="0"/>
          </p:cNvCxnSpPr>
          <p:nvPr/>
        </p:nvCxnSpPr>
        <p:spPr>
          <a:xfrm flipH="1">
            <a:off x="2093657" y="3038706"/>
            <a:ext cx="2245" cy="35210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62C539D3-CFB0-41A3-908C-F842910B76A9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3779889" y="3038705"/>
            <a:ext cx="0" cy="352105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1A53C985-2A3C-4F74-925A-563B03A75DDD}"/>
              </a:ext>
            </a:extLst>
          </p:cNvPr>
          <p:cNvCxnSpPr>
            <a:cxnSpLocks/>
            <a:endCxn id="167" idx="0"/>
          </p:cNvCxnSpPr>
          <p:nvPr/>
        </p:nvCxnSpPr>
        <p:spPr>
          <a:xfrm>
            <a:off x="5461205" y="3038704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1928A345-8E58-4ED0-B9C6-9301C9E65D88}"/>
              </a:ext>
            </a:extLst>
          </p:cNvPr>
          <p:cNvCxnSpPr>
            <a:cxnSpLocks/>
            <a:endCxn id="170" idx="0"/>
          </p:cNvCxnSpPr>
          <p:nvPr/>
        </p:nvCxnSpPr>
        <p:spPr>
          <a:xfrm>
            <a:off x="7142521" y="3038703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DC8F989A-A230-4F9C-B3AD-129D6A086F20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412341" y="3038707"/>
            <a:ext cx="0" cy="35210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E19DFDF4-AC37-4DB7-8AF1-A99126DD0252}"/>
              </a:ext>
            </a:extLst>
          </p:cNvPr>
          <p:cNvCxnSpPr>
            <a:cxnSpLocks/>
            <a:stCxn id="242" idx="3"/>
          </p:cNvCxnSpPr>
          <p:nvPr/>
        </p:nvCxnSpPr>
        <p:spPr>
          <a:xfrm flipV="1">
            <a:off x="897616" y="2214643"/>
            <a:ext cx="2651215" cy="714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DC234E8C-B588-45C7-A414-1B23F7CF4929}"/>
              </a:ext>
            </a:extLst>
          </p:cNvPr>
          <p:cNvCxnSpPr>
            <a:cxnSpLocks/>
          </p:cNvCxnSpPr>
          <p:nvPr/>
        </p:nvCxnSpPr>
        <p:spPr>
          <a:xfrm>
            <a:off x="412341" y="2371958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5B5C9028-859A-4C0F-BCEB-66439D170C72}"/>
              </a:ext>
            </a:extLst>
          </p:cNvPr>
          <p:cNvCxnSpPr>
            <a:cxnSpLocks/>
          </p:cNvCxnSpPr>
          <p:nvPr/>
        </p:nvCxnSpPr>
        <p:spPr>
          <a:xfrm>
            <a:off x="412341" y="1702261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29B3B3D7-D097-42C5-B3E1-5760F44B04EA}"/>
              </a:ext>
            </a:extLst>
          </p:cNvPr>
          <p:cNvCxnSpPr>
            <a:cxnSpLocks/>
          </p:cNvCxnSpPr>
          <p:nvPr/>
        </p:nvCxnSpPr>
        <p:spPr>
          <a:xfrm>
            <a:off x="3779889" y="2371958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矩形 205">
            <a:extLst>
              <a:ext uri="{FF2B5EF4-FFF2-40B4-BE49-F238E27FC236}">
                <a16:creationId xmlns:a16="http://schemas.microsoft.com/office/drawing/2014/main" id="{0CA708E8-7BA4-41BC-9F5A-08D8CFA59FF1}"/>
              </a:ext>
            </a:extLst>
          </p:cNvPr>
          <p:cNvSpPr/>
          <p:nvPr/>
        </p:nvSpPr>
        <p:spPr>
          <a:xfrm>
            <a:off x="8599939" y="3379646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935FB34-6008-4669-8748-6AB3BBA6530C}"/>
              </a:ext>
            </a:extLst>
          </p:cNvPr>
          <p:cNvSpPr/>
          <p:nvPr/>
        </p:nvSpPr>
        <p:spPr>
          <a:xfrm>
            <a:off x="8599939" y="2712907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3B584B5F-4908-4BAB-88EA-0821BE080991}"/>
              </a:ext>
            </a:extLst>
          </p:cNvPr>
          <p:cNvCxnSpPr>
            <a:cxnSpLocks/>
            <a:stCxn id="207" idx="2"/>
            <a:endCxn id="206" idx="0"/>
          </p:cNvCxnSpPr>
          <p:nvPr/>
        </p:nvCxnSpPr>
        <p:spPr>
          <a:xfrm>
            <a:off x="8826081" y="3027540"/>
            <a:ext cx="0" cy="35210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矩形 208">
            <a:extLst>
              <a:ext uri="{FF2B5EF4-FFF2-40B4-BE49-F238E27FC236}">
                <a16:creationId xmlns:a16="http://schemas.microsoft.com/office/drawing/2014/main" id="{3D5C57F7-839F-4957-8B38-7A3506D10548}"/>
              </a:ext>
            </a:extLst>
          </p:cNvPr>
          <p:cNvSpPr/>
          <p:nvPr/>
        </p:nvSpPr>
        <p:spPr>
          <a:xfrm>
            <a:off x="8599939" y="2046163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72E17E2D-3212-49D4-A859-16D10504E1C6}"/>
              </a:ext>
            </a:extLst>
          </p:cNvPr>
          <p:cNvSpPr/>
          <p:nvPr/>
        </p:nvSpPr>
        <p:spPr>
          <a:xfrm>
            <a:off x="8599939" y="1376467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E9281899-AAA9-42D5-B7EF-4BD54351C924}"/>
              </a:ext>
            </a:extLst>
          </p:cNvPr>
          <p:cNvCxnSpPr>
            <a:cxnSpLocks/>
          </p:cNvCxnSpPr>
          <p:nvPr/>
        </p:nvCxnSpPr>
        <p:spPr>
          <a:xfrm>
            <a:off x="8826081" y="2360796"/>
            <a:ext cx="0" cy="35210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16F4DDE3-BC52-43BB-8D06-2CEC886F36EC}"/>
              </a:ext>
            </a:extLst>
          </p:cNvPr>
          <p:cNvCxnSpPr>
            <a:cxnSpLocks/>
          </p:cNvCxnSpPr>
          <p:nvPr/>
        </p:nvCxnSpPr>
        <p:spPr>
          <a:xfrm>
            <a:off x="8826081" y="1691099"/>
            <a:ext cx="0" cy="35210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79EDF2F8-D57F-4F23-B7BA-0DFB78B69302}"/>
              </a:ext>
            </a:extLst>
          </p:cNvPr>
          <p:cNvCxnSpPr>
            <a:cxnSpLocks/>
          </p:cNvCxnSpPr>
          <p:nvPr/>
        </p:nvCxnSpPr>
        <p:spPr>
          <a:xfrm>
            <a:off x="8211565" y="3536963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4CB7FEE-5D28-43DE-9A05-100D268AA6E4}"/>
              </a:ext>
            </a:extLst>
          </p:cNvPr>
          <p:cNvCxnSpPr>
            <a:cxnSpLocks/>
            <a:endCxn id="207" idx="1"/>
          </p:cNvCxnSpPr>
          <p:nvPr/>
        </p:nvCxnSpPr>
        <p:spPr>
          <a:xfrm flipV="1">
            <a:off x="7629830" y="2870224"/>
            <a:ext cx="970109" cy="10583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1E504BBF-50C3-45D3-9563-1FE75361A336}"/>
              </a:ext>
            </a:extLst>
          </p:cNvPr>
          <p:cNvCxnSpPr>
            <a:cxnSpLocks/>
          </p:cNvCxnSpPr>
          <p:nvPr/>
        </p:nvCxnSpPr>
        <p:spPr>
          <a:xfrm>
            <a:off x="4001115" y="2214643"/>
            <a:ext cx="1229031" cy="2481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32EDC540-E43E-4A70-B339-E369424358D8}"/>
              </a:ext>
            </a:extLst>
          </p:cNvPr>
          <p:cNvCxnSpPr>
            <a:cxnSpLocks/>
            <a:stCxn id="236" idx="3"/>
          </p:cNvCxnSpPr>
          <p:nvPr/>
        </p:nvCxnSpPr>
        <p:spPr>
          <a:xfrm flipV="1">
            <a:off x="5949850" y="2216089"/>
            <a:ext cx="961400" cy="32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AFE4753C-9C08-4A85-87B5-78C2278F153B}"/>
              </a:ext>
            </a:extLst>
          </p:cNvPr>
          <p:cNvCxnSpPr>
            <a:cxnSpLocks/>
            <a:endCxn id="209" idx="1"/>
          </p:cNvCxnSpPr>
          <p:nvPr/>
        </p:nvCxnSpPr>
        <p:spPr>
          <a:xfrm flipV="1">
            <a:off x="7622670" y="2203480"/>
            <a:ext cx="977269" cy="1305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B396D502-BB8D-42CC-963D-E73227F549C7}"/>
              </a:ext>
            </a:extLst>
          </p:cNvPr>
          <p:cNvCxnSpPr>
            <a:cxnSpLocks/>
          </p:cNvCxnSpPr>
          <p:nvPr/>
        </p:nvCxnSpPr>
        <p:spPr>
          <a:xfrm>
            <a:off x="5456288" y="2374440"/>
            <a:ext cx="4917" cy="349631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EB497E17-0D9D-4DE3-94BA-1251BC807D4E}"/>
              </a:ext>
            </a:extLst>
          </p:cNvPr>
          <p:cNvCxnSpPr>
            <a:cxnSpLocks/>
            <a:stCxn id="235" idx="3"/>
          </p:cNvCxnSpPr>
          <p:nvPr/>
        </p:nvCxnSpPr>
        <p:spPr>
          <a:xfrm flipV="1">
            <a:off x="7628346" y="1529974"/>
            <a:ext cx="971593" cy="1789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>
            <a:extLst>
              <a:ext uri="{FF2B5EF4-FFF2-40B4-BE49-F238E27FC236}">
                <a16:creationId xmlns:a16="http://schemas.microsoft.com/office/drawing/2014/main" id="{8907BE7D-7254-40D6-8CB5-B91C50A3EC54}"/>
              </a:ext>
            </a:extLst>
          </p:cNvPr>
          <p:cNvSpPr/>
          <p:nvPr/>
        </p:nvSpPr>
        <p:spPr>
          <a:xfrm>
            <a:off x="8599939" y="712565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542063DD-F75E-4DF6-B96F-EAD568C18C39}"/>
              </a:ext>
            </a:extLst>
          </p:cNvPr>
          <p:cNvCxnSpPr>
            <a:cxnSpLocks/>
          </p:cNvCxnSpPr>
          <p:nvPr/>
        </p:nvCxnSpPr>
        <p:spPr>
          <a:xfrm>
            <a:off x="412341" y="1021403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8AD82AD3-670E-4682-A541-36F26EA48641}"/>
              </a:ext>
            </a:extLst>
          </p:cNvPr>
          <p:cNvCxnSpPr>
            <a:cxnSpLocks/>
          </p:cNvCxnSpPr>
          <p:nvPr/>
        </p:nvCxnSpPr>
        <p:spPr>
          <a:xfrm>
            <a:off x="5461205" y="1700819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76926E3D-06BE-433E-9104-A1B03BD5ED79}"/>
              </a:ext>
            </a:extLst>
          </p:cNvPr>
          <p:cNvCxnSpPr>
            <a:cxnSpLocks/>
          </p:cNvCxnSpPr>
          <p:nvPr/>
        </p:nvCxnSpPr>
        <p:spPr>
          <a:xfrm>
            <a:off x="5461205" y="1031122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BBD7D259-3F7B-4340-9CB2-55B94D18C2C7}"/>
              </a:ext>
            </a:extLst>
          </p:cNvPr>
          <p:cNvCxnSpPr>
            <a:cxnSpLocks/>
          </p:cNvCxnSpPr>
          <p:nvPr/>
        </p:nvCxnSpPr>
        <p:spPr>
          <a:xfrm>
            <a:off x="8826081" y="1021403"/>
            <a:ext cx="0" cy="355064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4E914B66-E0B4-44E4-A0B0-FB35D3B343D6}"/>
              </a:ext>
            </a:extLst>
          </p:cNvPr>
          <p:cNvCxnSpPr>
            <a:cxnSpLocks/>
            <a:stCxn id="233" idx="3"/>
          </p:cNvCxnSpPr>
          <p:nvPr/>
        </p:nvCxnSpPr>
        <p:spPr>
          <a:xfrm flipV="1">
            <a:off x="891207" y="1543503"/>
            <a:ext cx="4341691" cy="848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924AFEBD-0087-4195-8392-4DDDEEBE0385}"/>
              </a:ext>
            </a:extLst>
          </p:cNvPr>
          <p:cNvCxnSpPr>
            <a:cxnSpLocks/>
            <a:stCxn id="234" idx="3"/>
          </p:cNvCxnSpPr>
          <p:nvPr/>
        </p:nvCxnSpPr>
        <p:spPr>
          <a:xfrm flipV="1">
            <a:off x="5955527" y="1544948"/>
            <a:ext cx="955723" cy="261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>
            <a:extLst>
              <a:ext uri="{FF2B5EF4-FFF2-40B4-BE49-F238E27FC236}">
                <a16:creationId xmlns:a16="http://schemas.microsoft.com/office/drawing/2014/main" id="{5AC588B7-9500-4BC7-AC11-CADE44B81ABE}"/>
              </a:ext>
            </a:extLst>
          </p:cNvPr>
          <p:cNvSpPr/>
          <p:nvPr/>
        </p:nvSpPr>
        <p:spPr>
          <a:xfrm>
            <a:off x="188632" y="720726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95085453-204D-4AF0-977B-6C5B6D72D99A}"/>
              </a:ext>
            </a:extLst>
          </p:cNvPr>
          <p:cNvSpPr/>
          <p:nvPr/>
        </p:nvSpPr>
        <p:spPr>
          <a:xfrm>
            <a:off x="5237523" y="713810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∞)</a:t>
            </a: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1ADA4C33-95F8-43E5-B93F-DDBD7C7F5B41}"/>
              </a:ext>
            </a:extLst>
          </p:cNvPr>
          <p:cNvSpPr/>
          <p:nvPr/>
        </p:nvSpPr>
        <p:spPr>
          <a:xfrm>
            <a:off x="181336" y="139467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E776F3A9-FF4F-40FE-B7DC-ECC82BFEA5DE}"/>
              </a:ext>
            </a:extLst>
          </p:cNvPr>
          <p:cNvSpPr/>
          <p:nvPr/>
        </p:nvSpPr>
        <p:spPr>
          <a:xfrm>
            <a:off x="5245656" y="1390241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8371BA7C-F4D0-4866-8C22-552A48A5C03D}"/>
              </a:ext>
            </a:extLst>
          </p:cNvPr>
          <p:cNvSpPr/>
          <p:nvPr/>
        </p:nvSpPr>
        <p:spPr>
          <a:xfrm>
            <a:off x="6918475" y="139054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38B5FB43-68B7-458A-A3F9-57B6ABD6CD26}"/>
              </a:ext>
            </a:extLst>
          </p:cNvPr>
          <p:cNvSpPr/>
          <p:nvPr/>
        </p:nvSpPr>
        <p:spPr>
          <a:xfrm>
            <a:off x="5239979" y="2059098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840CDD4-3B32-4F73-A83C-3FEDFE90BA7F}"/>
              </a:ext>
            </a:extLst>
          </p:cNvPr>
          <p:cNvSpPr/>
          <p:nvPr/>
        </p:nvSpPr>
        <p:spPr>
          <a:xfrm>
            <a:off x="5247140" y="272794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6B0AA396-0C36-4FAE-851A-8056870B2998}"/>
              </a:ext>
            </a:extLst>
          </p:cNvPr>
          <p:cNvSpPr/>
          <p:nvPr/>
        </p:nvSpPr>
        <p:spPr>
          <a:xfrm>
            <a:off x="3564199" y="206768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5E0A2456-AFEF-4F66-A177-2ACE9FBFBDD1}"/>
              </a:ext>
            </a:extLst>
          </p:cNvPr>
          <p:cNvSpPr/>
          <p:nvPr/>
        </p:nvSpPr>
        <p:spPr>
          <a:xfrm>
            <a:off x="3566546" y="2726545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6F7A8735-5664-4F9D-8793-08F1102D56F2}"/>
              </a:ext>
            </a:extLst>
          </p:cNvPr>
          <p:cNvSpPr/>
          <p:nvPr/>
        </p:nvSpPr>
        <p:spPr>
          <a:xfrm>
            <a:off x="187745" y="206447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[-∞,37)</a:t>
            </a: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26C0B062-E282-4DF3-AF96-BB88C4662053}"/>
              </a:ext>
            </a:extLst>
          </p:cNvPr>
          <p:cNvSpPr/>
          <p:nvPr/>
        </p:nvSpPr>
        <p:spPr>
          <a:xfrm>
            <a:off x="187745" y="2730099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[-∞,10)</a:t>
            </a: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F9D03175-40DD-4F98-A0BC-B44C111B8332}"/>
              </a:ext>
            </a:extLst>
          </p:cNvPr>
          <p:cNvSpPr/>
          <p:nvPr/>
        </p:nvSpPr>
        <p:spPr>
          <a:xfrm>
            <a:off x="1864143" y="272781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[10, 37)</a:t>
            </a: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12F6937F-1F33-432E-B09E-C050FA8C97F7}"/>
              </a:ext>
            </a:extLst>
          </p:cNvPr>
          <p:cNvCxnSpPr>
            <a:cxnSpLocks/>
            <a:stCxn id="231" idx="3"/>
            <a:endCxn id="232" idx="1"/>
          </p:cNvCxnSpPr>
          <p:nvPr/>
        </p:nvCxnSpPr>
        <p:spPr>
          <a:xfrm flipV="1">
            <a:off x="898503" y="871127"/>
            <a:ext cx="4339020" cy="691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E433653E-BBEA-4B44-B518-8F41719357E9}"/>
              </a:ext>
            </a:extLst>
          </p:cNvPr>
          <p:cNvCxnSpPr>
            <a:cxnSpLocks/>
            <a:stCxn id="232" idx="3"/>
            <a:endCxn id="223" idx="1"/>
          </p:cNvCxnSpPr>
          <p:nvPr/>
        </p:nvCxnSpPr>
        <p:spPr>
          <a:xfrm flipV="1">
            <a:off x="5947394" y="869882"/>
            <a:ext cx="2652545" cy="1245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63E9B1A8-B9F0-41DF-A593-548975F7B98E}"/>
              </a:ext>
            </a:extLst>
          </p:cNvPr>
          <p:cNvCxnSpPr>
            <a:cxnSpLocks/>
            <a:endCxn id="240" idx="0"/>
          </p:cNvCxnSpPr>
          <p:nvPr/>
        </p:nvCxnSpPr>
        <p:spPr>
          <a:xfrm>
            <a:off x="412341" y="1709307"/>
            <a:ext cx="3506794" cy="358377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12A5ECB5-1A9A-496C-9287-C9CF1FDA3444}"/>
              </a:ext>
            </a:extLst>
          </p:cNvPr>
          <p:cNvCxnSpPr>
            <a:cxnSpLocks/>
            <a:endCxn id="244" idx="0"/>
          </p:cNvCxnSpPr>
          <p:nvPr/>
        </p:nvCxnSpPr>
        <p:spPr>
          <a:xfrm>
            <a:off x="403437" y="2379105"/>
            <a:ext cx="1815642" cy="348712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237C5489-79C4-437E-A8B0-D2FC8B19628A}"/>
              </a:ext>
            </a:extLst>
          </p:cNvPr>
          <p:cNvCxnSpPr>
            <a:cxnSpLocks/>
            <a:endCxn id="123" idx="0"/>
          </p:cNvCxnSpPr>
          <p:nvPr/>
        </p:nvCxnSpPr>
        <p:spPr>
          <a:xfrm>
            <a:off x="403437" y="3038123"/>
            <a:ext cx="849562" cy="352688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>
            <a:extLst>
              <a:ext uri="{FF2B5EF4-FFF2-40B4-BE49-F238E27FC236}">
                <a16:creationId xmlns:a16="http://schemas.microsoft.com/office/drawing/2014/main" id="{6BB676D9-B2F7-4A96-81FA-735515AB0B86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2093657" y="3044732"/>
            <a:ext cx="845574" cy="346079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1835B29C-1F29-47BF-B3DF-553839DE1E49}"/>
              </a:ext>
            </a:extLst>
          </p:cNvPr>
          <p:cNvCxnSpPr>
            <a:cxnSpLocks/>
            <a:endCxn id="166" idx="0"/>
          </p:cNvCxnSpPr>
          <p:nvPr/>
        </p:nvCxnSpPr>
        <p:spPr>
          <a:xfrm>
            <a:off x="3774973" y="3044732"/>
            <a:ext cx="845574" cy="346079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箭头连接符 256">
            <a:extLst>
              <a:ext uri="{FF2B5EF4-FFF2-40B4-BE49-F238E27FC236}">
                <a16:creationId xmlns:a16="http://schemas.microsoft.com/office/drawing/2014/main" id="{851867C2-18F6-4C6B-9E0A-A2602E7AAD51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5453831" y="3044732"/>
            <a:ext cx="848032" cy="346078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8FB6E863-A002-4E9D-B0D1-7C4BFFD7CC3A}"/>
              </a:ext>
            </a:extLst>
          </p:cNvPr>
          <p:cNvCxnSpPr>
            <a:cxnSpLocks/>
            <a:endCxn id="171" idx="0"/>
          </p:cNvCxnSpPr>
          <p:nvPr/>
        </p:nvCxnSpPr>
        <p:spPr>
          <a:xfrm>
            <a:off x="7137392" y="3044732"/>
            <a:ext cx="844157" cy="34607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48A68B26-6A52-4BAC-805A-ACD0FB2D2F4D}"/>
              </a:ext>
            </a:extLst>
          </p:cNvPr>
          <p:cNvCxnSpPr>
            <a:cxnSpLocks/>
            <a:endCxn id="235" idx="0"/>
          </p:cNvCxnSpPr>
          <p:nvPr/>
        </p:nvCxnSpPr>
        <p:spPr>
          <a:xfrm>
            <a:off x="5453831" y="1035359"/>
            <a:ext cx="1819580" cy="355188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矩形 259">
            <a:extLst>
              <a:ext uri="{FF2B5EF4-FFF2-40B4-BE49-F238E27FC236}">
                <a16:creationId xmlns:a16="http://schemas.microsoft.com/office/drawing/2014/main" id="{6ECECD4C-1711-474E-9C45-ED36A3B7E99B}"/>
              </a:ext>
            </a:extLst>
          </p:cNvPr>
          <p:cNvSpPr/>
          <p:nvPr/>
        </p:nvSpPr>
        <p:spPr>
          <a:xfrm>
            <a:off x="181335" y="6113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 ∞)</a:t>
            </a:r>
          </a:p>
        </p:txBody>
      </p: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5070555B-D58B-4FF3-AA19-65ABD6BCE275}"/>
              </a:ext>
            </a:extLst>
          </p:cNvPr>
          <p:cNvCxnSpPr>
            <a:cxnSpLocks/>
          </p:cNvCxnSpPr>
          <p:nvPr/>
        </p:nvCxnSpPr>
        <p:spPr>
          <a:xfrm>
            <a:off x="412341" y="375767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043693DA-ABB4-4D18-887C-7B3998A309C6}"/>
              </a:ext>
            </a:extLst>
          </p:cNvPr>
          <p:cNvCxnSpPr>
            <a:cxnSpLocks/>
            <a:endCxn id="232" idx="0"/>
          </p:cNvCxnSpPr>
          <p:nvPr/>
        </p:nvCxnSpPr>
        <p:spPr>
          <a:xfrm>
            <a:off x="403437" y="375767"/>
            <a:ext cx="5189022" cy="338043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矩形 263">
            <a:extLst>
              <a:ext uri="{FF2B5EF4-FFF2-40B4-BE49-F238E27FC236}">
                <a16:creationId xmlns:a16="http://schemas.microsoft.com/office/drawing/2014/main" id="{D64E74F2-0BE1-4F2A-85EF-9127CA5D4BC6}"/>
              </a:ext>
            </a:extLst>
          </p:cNvPr>
          <p:cNvSpPr/>
          <p:nvPr/>
        </p:nvSpPr>
        <p:spPr>
          <a:xfrm>
            <a:off x="0" y="3752914"/>
            <a:ext cx="9139510" cy="310508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DDF88E9E-25D5-43B3-8A7F-6782F328F95E}"/>
              </a:ext>
            </a:extLst>
          </p:cNvPr>
          <p:cNvSpPr txBox="1"/>
          <p:nvPr/>
        </p:nvSpPr>
        <p:spPr>
          <a:xfrm>
            <a:off x="6710189" y="92084"/>
            <a:ext cx="2252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 dirty="0">
                <a:solidFill>
                  <a:schemeClr val="accent6">
                    <a:lumMod val="50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search 81.</a:t>
            </a:r>
          </a:p>
        </p:txBody>
      </p: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8632A2AB-080B-45B3-80F2-8D320B23C960}"/>
              </a:ext>
            </a:extLst>
          </p:cNvPr>
          <p:cNvCxnSpPr>
            <a:cxnSpLocks/>
          </p:cNvCxnSpPr>
          <p:nvPr/>
        </p:nvCxnSpPr>
        <p:spPr>
          <a:xfrm>
            <a:off x="7136778" y="1710963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矩形 269">
            <a:extLst>
              <a:ext uri="{FF2B5EF4-FFF2-40B4-BE49-F238E27FC236}">
                <a16:creationId xmlns:a16="http://schemas.microsoft.com/office/drawing/2014/main" id="{D8893C2A-2641-420D-B434-E9BE9F9063F8}"/>
              </a:ext>
            </a:extLst>
          </p:cNvPr>
          <p:cNvSpPr/>
          <p:nvPr/>
        </p:nvSpPr>
        <p:spPr>
          <a:xfrm>
            <a:off x="6912319" y="2057018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DDBE94A6-E6F4-4431-B96F-97FE61B9CF96}"/>
              </a:ext>
            </a:extLst>
          </p:cNvPr>
          <p:cNvCxnSpPr>
            <a:cxnSpLocks/>
          </p:cNvCxnSpPr>
          <p:nvPr/>
        </p:nvCxnSpPr>
        <p:spPr>
          <a:xfrm>
            <a:off x="7130421" y="2368426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C5DF336C-B44F-4802-A3FB-27CEE656CB57}"/>
              </a:ext>
            </a:extLst>
          </p:cNvPr>
          <p:cNvSpPr/>
          <p:nvPr/>
        </p:nvSpPr>
        <p:spPr>
          <a:xfrm>
            <a:off x="6909004" y="271922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</p:spTree>
    <p:extLst>
      <p:ext uri="{BB962C8B-B14F-4D97-AF65-F5344CB8AC3E}">
        <p14:creationId xmlns:p14="http://schemas.microsoft.com/office/powerpoint/2010/main" val="207791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FF9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FF9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2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FF9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FF9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FF9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8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indefinite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99FF9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indefinit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indefinit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>
            <a:extLst>
              <a:ext uri="{FF2B5EF4-FFF2-40B4-BE49-F238E27FC236}">
                <a16:creationId xmlns:a16="http://schemas.microsoft.com/office/drawing/2014/main" id="{C8F86DD7-951B-4737-B37D-FF47E6C2298E}"/>
              </a:ext>
            </a:extLst>
          </p:cNvPr>
          <p:cNvSpPr/>
          <p:nvPr/>
        </p:nvSpPr>
        <p:spPr>
          <a:xfrm>
            <a:off x="186199" y="3390811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-∞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3FF0FE4-3C63-46FC-830F-1E12BD41F75B}"/>
              </a:ext>
            </a:extLst>
          </p:cNvPr>
          <p:cNvSpPr/>
          <p:nvPr/>
        </p:nvSpPr>
        <p:spPr>
          <a:xfrm>
            <a:off x="1026857" y="3390811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80E78CF-8769-4249-975F-934390AB569B}"/>
              </a:ext>
            </a:extLst>
          </p:cNvPr>
          <p:cNvSpPr/>
          <p:nvPr/>
        </p:nvSpPr>
        <p:spPr>
          <a:xfrm>
            <a:off x="1867515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AAABC0C-FBFE-457A-9558-F0B305FF8EA6}"/>
              </a:ext>
            </a:extLst>
          </p:cNvPr>
          <p:cNvSpPr/>
          <p:nvPr/>
        </p:nvSpPr>
        <p:spPr>
          <a:xfrm>
            <a:off x="2713089" y="3390811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43CF9C1E-0842-4616-9D49-5E4BA56EE6C3}"/>
              </a:ext>
            </a:extLst>
          </p:cNvPr>
          <p:cNvSpPr/>
          <p:nvPr/>
        </p:nvSpPr>
        <p:spPr>
          <a:xfrm>
            <a:off x="3553747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7CC313D8-D21D-45B1-9C19-EF3D3C278D80}"/>
              </a:ext>
            </a:extLst>
          </p:cNvPr>
          <p:cNvSpPr/>
          <p:nvPr/>
        </p:nvSpPr>
        <p:spPr>
          <a:xfrm>
            <a:off x="4394405" y="3390811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8D062758-8C14-4322-BE93-83590CE928BF}"/>
              </a:ext>
            </a:extLst>
          </p:cNvPr>
          <p:cNvSpPr/>
          <p:nvPr/>
        </p:nvSpPr>
        <p:spPr>
          <a:xfrm>
            <a:off x="5235063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51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382B3035-C80F-4713-8568-658516171FA1}"/>
              </a:ext>
            </a:extLst>
          </p:cNvPr>
          <p:cNvSpPr/>
          <p:nvPr/>
        </p:nvSpPr>
        <p:spPr>
          <a:xfrm>
            <a:off x="6075721" y="3390810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2DE53C91-FEDA-49D4-9C47-F87B935CBF6C}"/>
              </a:ext>
            </a:extLst>
          </p:cNvPr>
          <p:cNvSpPr/>
          <p:nvPr/>
        </p:nvSpPr>
        <p:spPr>
          <a:xfrm>
            <a:off x="6916379" y="3390809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6A22E0AA-021C-4CF8-88F7-241B5094FF77}"/>
              </a:ext>
            </a:extLst>
          </p:cNvPr>
          <p:cNvSpPr/>
          <p:nvPr/>
        </p:nvSpPr>
        <p:spPr>
          <a:xfrm>
            <a:off x="7755407" y="3390808"/>
            <a:ext cx="452284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81</a:t>
            </a: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E975E533-E2C0-49F5-87C6-84E5C5D0E035}"/>
              </a:ext>
            </a:extLst>
          </p:cNvPr>
          <p:cNvCxnSpPr>
            <a:cxnSpLocks/>
            <a:stCxn id="119" idx="3"/>
            <a:endCxn id="123" idx="1"/>
          </p:cNvCxnSpPr>
          <p:nvPr/>
        </p:nvCxnSpPr>
        <p:spPr>
          <a:xfrm>
            <a:off x="638483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47DCEF90-A4CD-4C2C-A778-77F6297A28B5}"/>
              </a:ext>
            </a:extLst>
          </p:cNvPr>
          <p:cNvCxnSpPr>
            <a:cxnSpLocks/>
          </p:cNvCxnSpPr>
          <p:nvPr/>
        </p:nvCxnSpPr>
        <p:spPr>
          <a:xfrm>
            <a:off x="1479141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97E12704-71C4-46EF-AC4B-132B4757255E}"/>
              </a:ext>
            </a:extLst>
          </p:cNvPr>
          <p:cNvCxnSpPr>
            <a:cxnSpLocks/>
          </p:cNvCxnSpPr>
          <p:nvPr/>
        </p:nvCxnSpPr>
        <p:spPr>
          <a:xfrm>
            <a:off x="2319799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D8D2B7A9-99DE-4E9B-9CBD-49704496B47A}"/>
              </a:ext>
            </a:extLst>
          </p:cNvPr>
          <p:cNvCxnSpPr>
            <a:cxnSpLocks/>
          </p:cNvCxnSpPr>
          <p:nvPr/>
        </p:nvCxnSpPr>
        <p:spPr>
          <a:xfrm>
            <a:off x="3165373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07E141EA-18ED-4103-8AF1-AF523DDB3ADB}"/>
              </a:ext>
            </a:extLst>
          </p:cNvPr>
          <p:cNvCxnSpPr>
            <a:cxnSpLocks/>
          </p:cNvCxnSpPr>
          <p:nvPr/>
        </p:nvCxnSpPr>
        <p:spPr>
          <a:xfrm>
            <a:off x="4006031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69F5E17A-F1A8-4E72-B61D-A2344D2F1CEA}"/>
              </a:ext>
            </a:extLst>
          </p:cNvPr>
          <p:cNvCxnSpPr>
            <a:cxnSpLocks/>
          </p:cNvCxnSpPr>
          <p:nvPr/>
        </p:nvCxnSpPr>
        <p:spPr>
          <a:xfrm>
            <a:off x="4846689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9B48FE36-C6B2-4E75-B924-58AF7C185F12}"/>
              </a:ext>
            </a:extLst>
          </p:cNvPr>
          <p:cNvCxnSpPr>
            <a:cxnSpLocks/>
          </p:cNvCxnSpPr>
          <p:nvPr/>
        </p:nvCxnSpPr>
        <p:spPr>
          <a:xfrm>
            <a:off x="5687347" y="3536963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436A553F-FFD3-468D-BD99-59D67414F3CB}"/>
              </a:ext>
            </a:extLst>
          </p:cNvPr>
          <p:cNvCxnSpPr>
            <a:cxnSpLocks/>
          </p:cNvCxnSpPr>
          <p:nvPr/>
        </p:nvCxnSpPr>
        <p:spPr>
          <a:xfrm>
            <a:off x="6528005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9395E8D6-F1F9-45E1-A368-AE93E45C883C}"/>
              </a:ext>
            </a:extLst>
          </p:cNvPr>
          <p:cNvCxnSpPr>
            <a:cxnSpLocks/>
          </p:cNvCxnSpPr>
          <p:nvPr/>
        </p:nvCxnSpPr>
        <p:spPr>
          <a:xfrm>
            <a:off x="7368663" y="3548128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52842559-E601-410E-A31E-D69CBEBC2B2D}"/>
              </a:ext>
            </a:extLst>
          </p:cNvPr>
          <p:cNvCxnSpPr>
            <a:cxnSpLocks/>
            <a:stCxn id="243" idx="3"/>
          </p:cNvCxnSpPr>
          <p:nvPr/>
        </p:nvCxnSpPr>
        <p:spPr>
          <a:xfrm flipV="1">
            <a:off x="897616" y="2881392"/>
            <a:ext cx="972144" cy="6024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C8260911-2C19-4A6F-8302-5E6A24E88805}"/>
              </a:ext>
            </a:extLst>
          </p:cNvPr>
          <p:cNvCxnSpPr>
            <a:cxnSpLocks/>
            <a:stCxn id="244" idx="3"/>
          </p:cNvCxnSpPr>
          <p:nvPr/>
        </p:nvCxnSpPr>
        <p:spPr>
          <a:xfrm flipV="1">
            <a:off x="2574014" y="2881386"/>
            <a:ext cx="974817" cy="374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5F37FA3F-34EB-47D2-BF62-5BC6DBFD25D9}"/>
              </a:ext>
            </a:extLst>
          </p:cNvPr>
          <p:cNvCxnSpPr>
            <a:cxnSpLocks/>
          </p:cNvCxnSpPr>
          <p:nvPr/>
        </p:nvCxnSpPr>
        <p:spPr>
          <a:xfrm flipV="1">
            <a:off x="4004908" y="2886819"/>
            <a:ext cx="1231277" cy="1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D3E7210D-3846-4457-8178-86334C1518B2}"/>
              </a:ext>
            </a:extLst>
          </p:cNvPr>
          <p:cNvCxnSpPr>
            <a:cxnSpLocks/>
            <a:stCxn id="238" idx="3"/>
          </p:cNvCxnSpPr>
          <p:nvPr/>
        </p:nvCxnSpPr>
        <p:spPr>
          <a:xfrm flipV="1">
            <a:off x="5957011" y="2876988"/>
            <a:ext cx="954239" cy="827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A24DF34E-1D79-42E8-9701-0DCCD09FF99F}"/>
              </a:ext>
            </a:extLst>
          </p:cNvPr>
          <p:cNvCxnSpPr>
            <a:cxnSpLocks/>
            <a:endCxn id="132" idx="0"/>
          </p:cNvCxnSpPr>
          <p:nvPr/>
        </p:nvCxnSpPr>
        <p:spPr>
          <a:xfrm flipH="1">
            <a:off x="2093657" y="3038706"/>
            <a:ext cx="2245" cy="35210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62C539D3-CFB0-41A3-908C-F842910B76A9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3779889" y="3038705"/>
            <a:ext cx="0" cy="352105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1A53C985-2A3C-4F74-925A-563B03A75DDD}"/>
              </a:ext>
            </a:extLst>
          </p:cNvPr>
          <p:cNvCxnSpPr>
            <a:cxnSpLocks/>
            <a:endCxn id="167" idx="0"/>
          </p:cNvCxnSpPr>
          <p:nvPr/>
        </p:nvCxnSpPr>
        <p:spPr>
          <a:xfrm>
            <a:off x="5461205" y="3038704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1928A345-8E58-4ED0-B9C6-9301C9E65D88}"/>
              </a:ext>
            </a:extLst>
          </p:cNvPr>
          <p:cNvCxnSpPr>
            <a:cxnSpLocks/>
            <a:endCxn id="170" idx="0"/>
          </p:cNvCxnSpPr>
          <p:nvPr/>
        </p:nvCxnSpPr>
        <p:spPr>
          <a:xfrm>
            <a:off x="7142521" y="3038703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DC8F989A-A230-4F9C-B3AD-129D6A086F20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412341" y="3038707"/>
            <a:ext cx="0" cy="35210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E19DFDF4-AC37-4DB7-8AF1-A99126DD0252}"/>
              </a:ext>
            </a:extLst>
          </p:cNvPr>
          <p:cNvCxnSpPr>
            <a:cxnSpLocks/>
            <a:stCxn id="242" idx="3"/>
          </p:cNvCxnSpPr>
          <p:nvPr/>
        </p:nvCxnSpPr>
        <p:spPr>
          <a:xfrm flipV="1">
            <a:off x="897616" y="2214643"/>
            <a:ext cx="2651215" cy="714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DC234E8C-B588-45C7-A414-1B23F7CF4929}"/>
              </a:ext>
            </a:extLst>
          </p:cNvPr>
          <p:cNvCxnSpPr>
            <a:cxnSpLocks/>
          </p:cNvCxnSpPr>
          <p:nvPr/>
        </p:nvCxnSpPr>
        <p:spPr>
          <a:xfrm>
            <a:off x="412341" y="2371958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5B5C9028-859A-4C0F-BCEB-66439D170C72}"/>
              </a:ext>
            </a:extLst>
          </p:cNvPr>
          <p:cNvCxnSpPr>
            <a:cxnSpLocks/>
          </p:cNvCxnSpPr>
          <p:nvPr/>
        </p:nvCxnSpPr>
        <p:spPr>
          <a:xfrm>
            <a:off x="412341" y="1702261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29B3B3D7-D097-42C5-B3E1-5760F44B04EA}"/>
              </a:ext>
            </a:extLst>
          </p:cNvPr>
          <p:cNvCxnSpPr>
            <a:cxnSpLocks/>
          </p:cNvCxnSpPr>
          <p:nvPr/>
        </p:nvCxnSpPr>
        <p:spPr>
          <a:xfrm>
            <a:off x="3779889" y="2371958"/>
            <a:ext cx="0" cy="35210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矩形 205">
            <a:extLst>
              <a:ext uri="{FF2B5EF4-FFF2-40B4-BE49-F238E27FC236}">
                <a16:creationId xmlns:a16="http://schemas.microsoft.com/office/drawing/2014/main" id="{0CA708E8-7BA4-41BC-9F5A-08D8CFA59FF1}"/>
              </a:ext>
            </a:extLst>
          </p:cNvPr>
          <p:cNvSpPr/>
          <p:nvPr/>
        </p:nvSpPr>
        <p:spPr>
          <a:xfrm>
            <a:off x="8599939" y="3379646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935FB34-6008-4669-8748-6AB3BBA6530C}"/>
              </a:ext>
            </a:extLst>
          </p:cNvPr>
          <p:cNvSpPr/>
          <p:nvPr/>
        </p:nvSpPr>
        <p:spPr>
          <a:xfrm>
            <a:off x="8599939" y="2712907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3B584B5F-4908-4BAB-88EA-0821BE080991}"/>
              </a:ext>
            </a:extLst>
          </p:cNvPr>
          <p:cNvCxnSpPr>
            <a:cxnSpLocks/>
            <a:stCxn id="207" idx="2"/>
            <a:endCxn id="206" idx="0"/>
          </p:cNvCxnSpPr>
          <p:nvPr/>
        </p:nvCxnSpPr>
        <p:spPr>
          <a:xfrm>
            <a:off x="8826081" y="3027540"/>
            <a:ext cx="0" cy="35210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矩形 208">
            <a:extLst>
              <a:ext uri="{FF2B5EF4-FFF2-40B4-BE49-F238E27FC236}">
                <a16:creationId xmlns:a16="http://schemas.microsoft.com/office/drawing/2014/main" id="{3D5C57F7-839F-4957-8B38-7A3506D10548}"/>
              </a:ext>
            </a:extLst>
          </p:cNvPr>
          <p:cNvSpPr/>
          <p:nvPr/>
        </p:nvSpPr>
        <p:spPr>
          <a:xfrm>
            <a:off x="8599939" y="2046163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72E17E2D-3212-49D4-A859-16D10504E1C6}"/>
              </a:ext>
            </a:extLst>
          </p:cNvPr>
          <p:cNvSpPr/>
          <p:nvPr/>
        </p:nvSpPr>
        <p:spPr>
          <a:xfrm>
            <a:off x="8599939" y="1376467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E9281899-AAA9-42D5-B7EF-4BD54351C924}"/>
              </a:ext>
            </a:extLst>
          </p:cNvPr>
          <p:cNvCxnSpPr>
            <a:cxnSpLocks/>
          </p:cNvCxnSpPr>
          <p:nvPr/>
        </p:nvCxnSpPr>
        <p:spPr>
          <a:xfrm>
            <a:off x="8826081" y="2360796"/>
            <a:ext cx="0" cy="35210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16F4DDE3-BC52-43BB-8D06-2CEC886F36EC}"/>
              </a:ext>
            </a:extLst>
          </p:cNvPr>
          <p:cNvCxnSpPr>
            <a:cxnSpLocks/>
          </p:cNvCxnSpPr>
          <p:nvPr/>
        </p:nvCxnSpPr>
        <p:spPr>
          <a:xfrm>
            <a:off x="8826081" y="1691099"/>
            <a:ext cx="0" cy="35210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79EDF2F8-D57F-4F23-B7BA-0DFB78B69302}"/>
              </a:ext>
            </a:extLst>
          </p:cNvPr>
          <p:cNvCxnSpPr>
            <a:cxnSpLocks/>
          </p:cNvCxnSpPr>
          <p:nvPr/>
        </p:nvCxnSpPr>
        <p:spPr>
          <a:xfrm>
            <a:off x="8211565" y="3536963"/>
            <a:ext cx="388374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4CB7FEE-5D28-43DE-9A05-100D268AA6E4}"/>
              </a:ext>
            </a:extLst>
          </p:cNvPr>
          <p:cNvCxnSpPr>
            <a:cxnSpLocks/>
            <a:endCxn id="207" idx="1"/>
          </p:cNvCxnSpPr>
          <p:nvPr/>
        </p:nvCxnSpPr>
        <p:spPr>
          <a:xfrm flipV="1">
            <a:off x="7629830" y="2870224"/>
            <a:ext cx="970109" cy="10583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1E504BBF-50C3-45D3-9563-1FE75361A336}"/>
              </a:ext>
            </a:extLst>
          </p:cNvPr>
          <p:cNvCxnSpPr>
            <a:cxnSpLocks/>
          </p:cNvCxnSpPr>
          <p:nvPr/>
        </p:nvCxnSpPr>
        <p:spPr>
          <a:xfrm>
            <a:off x="4001115" y="2214643"/>
            <a:ext cx="1229031" cy="2481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32EDC540-E43E-4A70-B339-E369424358D8}"/>
              </a:ext>
            </a:extLst>
          </p:cNvPr>
          <p:cNvCxnSpPr>
            <a:cxnSpLocks/>
            <a:stCxn id="236" idx="3"/>
          </p:cNvCxnSpPr>
          <p:nvPr/>
        </p:nvCxnSpPr>
        <p:spPr>
          <a:xfrm flipV="1">
            <a:off x="5949850" y="2216089"/>
            <a:ext cx="961400" cy="32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AFE4753C-9C08-4A85-87B5-78C2278F153B}"/>
              </a:ext>
            </a:extLst>
          </p:cNvPr>
          <p:cNvCxnSpPr>
            <a:cxnSpLocks/>
            <a:endCxn id="209" idx="1"/>
          </p:cNvCxnSpPr>
          <p:nvPr/>
        </p:nvCxnSpPr>
        <p:spPr>
          <a:xfrm flipV="1">
            <a:off x="7622670" y="2203480"/>
            <a:ext cx="977269" cy="1305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B396D502-BB8D-42CC-963D-E73227F549C7}"/>
              </a:ext>
            </a:extLst>
          </p:cNvPr>
          <p:cNvCxnSpPr>
            <a:cxnSpLocks/>
          </p:cNvCxnSpPr>
          <p:nvPr/>
        </p:nvCxnSpPr>
        <p:spPr>
          <a:xfrm>
            <a:off x="5456288" y="2374440"/>
            <a:ext cx="4917" cy="349631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EB497E17-0D9D-4DE3-94BA-1251BC807D4E}"/>
              </a:ext>
            </a:extLst>
          </p:cNvPr>
          <p:cNvCxnSpPr>
            <a:cxnSpLocks/>
            <a:stCxn id="235" idx="3"/>
          </p:cNvCxnSpPr>
          <p:nvPr/>
        </p:nvCxnSpPr>
        <p:spPr>
          <a:xfrm flipV="1">
            <a:off x="7628346" y="1529974"/>
            <a:ext cx="971593" cy="1789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>
            <a:extLst>
              <a:ext uri="{FF2B5EF4-FFF2-40B4-BE49-F238E27FC236}">
                <a16:creationId xmlns:a16="http://schemas.microsoft.com/office/drawing/2014/main" id="{8907BE7D-7254-40D6-8CB5-B91C50A3EC54}"/>
              </a:ext>
            </a:extLst>
          </p:cNvPr>
          <p:cNvSpPr/>
          <p:nvPr/>
        </p:nvSpPr>
        <p:spPr>
          <a:xfrm>
            <a:off x="8599939" y="712565"/>
            <a:ext cx="452284" cy="31463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∞</a:t>
            </a:r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542063DD-F75E-4DF6-B96F-EAD568C18C39}"/>
              </a:ext>
            </a:extLst>
          </p:cNvPr>
          <p:cNvCxnSpPr>
            <a:cxnSpLocks/>
          </p:cNvCxnSpPr>
          <p:nvPr/>
        </p:nvCxnSpPr>
        <p:spPr>
          <a:xfrm>
            <a:off x="412341" y="1021403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8AD82AD3-670E-4682-A541-36F26EA48641}"/>
              </a:ext>
            </a:extLst>
          </p:cNvPr>
          <p:cNvCxnSpPr>
            <a:cxnSpLocks/>
          </p:cNvCxnSpPr>
          <p:nvPr/>
        </p:nvCxnSpPr>
        <p:spPr>
          <a:xfrm>
            <a:off x="5461205" y="1700819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76926E3D-06BE-433E-9104-A1B03BD5ED79}"/>
              </a:ext>
            </a:extLst>
          </p:cNvPr>
          <p:cNvCxnSpPr>
            <a:cxnSpLocks/>
          </p:cNvCxnSpPr>
          <p:nvPr/>
        </p:nvCxnSpPr>
        <p:spPr>
          <a:xfrm>
            <a:off x="5461205" y="1031122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BBD7D259-3F7B-4340-9CB2-55B94D18C2C7}"/>
              </a:ext>
            </a:extLst>
          </p:cNvPr>
          <p:cNvCxnSpPr>
            <a:cxnSpLocks/>
          </p:cNvCxnSpPr>
          <p:nvPr/>
        </p:nvCxnSpPr>
        <p:spPr>
          <a:xfrm>
            <a:off x="8826081" y="1021403"/>
            <a:ext cx="0" cy="355064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4E914B66-E0B4-44E4-A0B0-FB35D3B343D6}"/>
              </a:ext>
            </a:extLst>
          </p:cNvPr>
          <p:cNvCxnSpPr>
            <a:cxnSpLocks/>
            <a:stCxn id="233" idx="3"/>
          </p:cNvCxnSpPr>
          <p:nvPr/>
        </p:nvCxnSpPr>
        <p:spPr>
          <a:xfrm flipV="1">
            <a:off x="891207" y="1543503"/>
            <a:ext cx="4341691" cy="848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924AFEBD-0087-4195-8392-4DDDEEBE0385}"/>
              </a:ext>
            </a:extLst>
          </p:cNvPr>
          <p:cNvCxnSpPr>
            <a:cxnSpLocks/>
            <a:stCxn id="234" idx="3"/>
          </p:cNvCxnSpPr>
          <p:nvPr/>
        </p:nvCxnSpPr>
        <p:spPr>
          <a:xfrm flipV="1">
            <a:off x="5955527" y="1544948"/>
            <a:ext cx="955723" cy="261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矩形 230">
            <a:extLst>
              <a:ext uri="{FF2B5EF4-FFF2-40B4-BE49-F238E27FC236}">
                <a16:creationId xmlns:a16="http://schemas.microsoft.com/office/drawing/2014/main" id="{5AC588B7-9500-4BC7-AC11-CADE44B81ABE}"/>
              </a:ext>
            </a:extLst>
          </p:cNvPr>
          <p:cNvSpPr/>
          <p:nvPr/>
        </p:nvSpPr>
        <p:spPr>
          <a:xfrm>
            <a:off x="188632" y="720726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95085453-204D-4AF0-977B-6C5B6D72D99A}"/>
              </a:ext>
            </a:extLst>
          </p:cNvPr>
          <p:cNvSpPr/>
          <p:nvPr/>
        </p:nvSpPr>
        <p:spPr>
          <a:xfrm>
            <a:off x="5237523" y="713810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∞)</a:t>
            </a: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1ADA4C33-95F8-43E5-B93F-DDBD7C7F5B41}"/>
              </a:ext>
            </a:extLst>
          </p:cNvPr>
          <p:cNvSpPr/>
          <p:nvPr/>
        </p:nvSpPr>
        <p:spPr>
          <a:xfrm>
            <a:off x="181336" y="139467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[-∞,51)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E776F3A9-FF4F-40FE-B7DC-ECC82BFEA5DE}"/>
              </a:ext>
            </a:extLst>
          </p:cNvPr>
          <p:cNvSpPr/>
          <p:nvPr/>
        </p:nvSpPr>
        <p:spPr>
          <a:xfrm>
            <a:off x="5245656" y="1390241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8371BA7C-F4D0-4866-8C22-552A48A5C03D}"/>
              </a:ext>
            </a:extLst>
          </p:cNvPr>
          <p:cNvSpPr/>
          <p:nvPr/>
        </p:nvSpPr>
        <p:spPr>
          <a:xfrm>
            <a:off x="6918475" y="139054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38B5FB43-68B7-458A-A3F9-57B6ABD6CD26}"/>
              </a:ext>
            </a:extLst>
          </p:cNvPr>
          <p:cNvSpPr/>
          <p:nvPr/>
        </p:nvSpPr>
        <p:spPr>
          <a:xfrm>
            <a:off x="5239979" y="2059098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840CDD4-3B32-4F73-A83C-3FEDFE90BA7F}"/>
              </a:ext>
            </a:extLst>
          </p:cNvPr>
          <p:cNvSpPr/>
          <p:nvPr/>
        </p:nvSpPr>
        <p:spPr>
          <a:xfrm>
            <a:off x="5247140" y="272794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[51, 57)</a:t>
            </a: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6B0AA396-0C36-4FAE-851A-8056870B2998}"/>
              </a:ext>
            </a:extLst>
          </p:cNvPr>
          <p:cNvSpPr/>
          <p:nvPr/>
        </p:nvSpPr>
        <p:spPr>
          <a:xfrm>
            <a:off x="3564199" y="206768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5E0A2456-AFEF-4F66-A177-2ACE9FBFBDD1}"/>
              </a:ext>
            </a:extLst>
          </p:cNvPr>
          <p:cNvSpPr/>
          <p:nvPr/>
        </p:nvSpPr>
        <p:spPr>
          <a:xfrm>
            <a:off x="3566546" y="2726545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[37, 51)</a:t>
            </a: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6F7A8735-5664-4F9D-8793-08F1102D56F2}"/>
              </a:ext>
            </a:extLst>
          </p:cNvPr>
          <p:cNvSpPr/>
          <p:nvPr/>
        </p:nvSpPr>
        <p:spPr>
          <a:xfrm>
            <a:off x="187745" y="206447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[-∞,37)</a:t>
            </a: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26C0B062-E282-4DF3-AF96-BB88C4662053}"/>
              </a:ext>
            </a:extLst>
          </p:cNvPr>
          <p:cNvSpPr/>
          <p:nvPr/>
        </p:nvSpPr>
        <p:spPr>
          <a:xfrm>
            <a:off x="187745" y="2730099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[-∞,10)</a:t>
            </a: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F9D03175-40DD-4F98-A0BC-B44C111B8332}"/>
              </a:ext>
            </a:extLst>
          </p:cNvPr>
          <p:cNvSpPr/>
          <p:nvPr/>
        </p:nvSpPr>
        <p:spPr>
          <a:xfrm>
            <a:off x="1864143" y="2727817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[10, 37)</a:t>
            </a: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12F6937F-1F33-432E-B09E-C050FA8C97F7}"/>
              </a:ext>
            </a:extLst>
          </p:cNvPr>
          <p:cNvCxnSpPr>
            <a:cxnSpLocks/>
            <a:stCxn id="231" idx="3"/>
            <a:endCxn id="232" idx="1"/>
          </p:cNvCxnSpPr>
          <p:nvPr/>
        </p:nvCxnSpPr>
        <p:spPr>
          <a:xfrm flipV="1">
            <a:off x="898503" y="871127"/>
            <a:ext cx="4339020" cy="6916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E433653E-BBEA-4B44-B518-8F41719357E9}"/>
              </a:ext>
            </a:extLst>
          </p:cNvPr>
          <p:cNvCxnSpPr>
            <a:cxnSpLocks/>
            <a:stCxn id="232" idx="3"/>
            <a:endCxn id="223" idx="1"/>
          </p:cNvCxnSpPr>
          <p:nvPr/>
        </p:nvCxnSpPr>
        <p:spPr>
          <a:xfrm flipV="1">
            <a:off x="5947394" y="869882"/>
            <a:ext cx="2652545" cy="1245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63E9B1A8-B9F0-41DF-A593-548975F7B98E}"/>
              </a:ext>
            </a:extLst>
          </p:cNvPr>
          <p:cNvCxnSpPr>
            <a:cxnSpLocks/>
            <a:endCxn id="240" idx="0"/>
          </p:cNvCxnSpPr>
          <p:nvPr/>
        </p:nvCxnSpPr>
        <p:spPr>
          <a:xfrm>
            <a:off x="412341" y="1709307"/>
            <a:ext cx="3506794" cy="358377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12A5ECB5-1A9A-496C-9287-C9CF1FDA3444}"/>
              </a:ext>
            </a:extLst>
          </p:cNvPr>
          <p:cNvCxnSpPr>
            <a:cxnSpLocks/>
            <a:endCxn id="244" idx="0"/>
          </p:cNvCxnSpPr>
          <p:nvPr/>
        </p:nvCxnSpPr>
        <p:spPr>
          <a:xfrm>
            <a:off x="403437" y="2379105"/>
            <a:ext cx="1815642" cy="348712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237C5489-79C4-437E-A8B0-D2FC8B19628A}"/>
              </a:ext>
            </a:extLst>
          </p:cNvPr>
          <p:cNvCxnSpPr>
            <a:cxnSpLocks/>
            <a:endCxn id="123" idx="0"/>
          </p:cNvCxnSpPr>
          <p:nvPr/>
        </p:nvCxnSpPr>
        <p:spPr>
          <a:xfrm>
            <a:off x="403437" y="3038123"/>
            <a:ext cx="849562" cy="352688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>
            <a:extLst>
              <a:ext uri="{FF2B5EF4-FFF2-40B4-BE49-F238E27FC236}">
                <a16:creationId xmlns:a16="http://schemas.microsoft.com/office/drawing/2014/main" id="{6BB676D9-B2F7-4A96-81FA-735515AB0B86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2093657" y="3044732"/>
            <a:ext cx="845574" cy="346079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1835B29C-1F29-47BF-B3DF-553839DE1E49}"/>
              </a:ext>
            </a:extLst>
          </p:cNvPr>
          <p:cNvCxnSpPr>
            <a:cxnSpLocks/>
            <a:endCxn id="166" idx="0"/>
          </p:cNvCxnSpPr>
          <p:nvPr/>
        </p:nvCxnSpPr>
        <p:spPr>
          <a:xfrm>
            <a:off x="3774973" y="3044732"/>
            <a:ext cx="845574" cy="346079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箭头连接符 256">
            <a:extLst>
              <a:ext uri="{FF2B5EF4-FFF2-40B4-BE49-F238E27FC236}">
                <a16:creationId xmlns:a16="http://schemas.microsoft.com/office/drawing/2014/main" id="{851867C2-18F6-4C6B-9E0A-A2602E7AAD51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5453831" y="3044732"/>
            <a:ext cx="848032" cy="346078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8FB6E863-A002-4E9D-B0D1-7C4BFFD7CC3A}"/>
              </a:ext>
            </a:extLst>
          </p:cNvPr>
          <p:cNvCxnSpPr>
            <a:cxnSpLocks/>
            <a:endCxn id="171" idx="0"/>
          </p:cNvCxnSpPr>
          <p:nvPr/>
        </p:nvCxnSpPr>
        <p:spPr>
          <a:xfrm>
            <a:off x="7137392" y="3044732"/>
            <a:ext cx="844157" cy="346076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48A68B26-6A52-4BAC-805A-ACD0FB2D2F4D}"/>
              </a:ext>
            </a:extLst>
          </p:cNvPr>
          <p:cNvCxnSpPr>
            <a:cxnSpLocks/>
            <a:endCxn id="235" idx="0"/>
          </p:cNvCxnSpPr>
          <p:nvPr/>
        </p:nvCxnSpPr>
        <p:spPr>
          <a:xfrm>
            <a:off x="5453831" y="1035359"/>
            <a:ext cx="1819580" cy="355188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矩形 259">
            <a:extLst>
              <a:ext uri="{FF2B5EF4-FFF2-40B4-BE49-F238E27FC236}">
                <a16:creationId xmlns:a16="http://schemas.microsoft.com/office/drawing/2014/main" id="{6ECECD4C-1711-474E-9C45-ED36A3B7E99B}"/>
              </a:ext>
            </a:extLst>
          </p:cNvPr>
          <p:cNvSpPr/>
          <p:nvPr/>
        </p:nvSpPr>
        <p:spPr>
          <a:xfrm>
            <a:off x="181335" y="61134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[-∞, ∞)</a:t>
            </a:r>
          </a:p>
        </p:txBody>
      </p: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5070555B-D58B-4FF3-AA19-65ABD6BCE275}"/>
              </a:ext>
            </a:extLst>
          </p:cNvPr>
          <p:cNvCxnSpPr>
            <a:cxnSpLocks/>
          </p:cNvCxnSpPr>
          <p:nvPr/>
        </p:nvCxnSpPr>
        <p:spPr>
          <a:xfrm>
            <a:off x="412341" y="375767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043693DA-ABB4-4D18-887C-7B3998A309C6}"/>
              </a:ext>
            </a:extLst>
          </p:cNvPr>
          <p:cNvCxnSpPr>
            <a:cxnSpLocks/>
            <a:endCxn id="232" idx="0"/>
          </p:cNvCxnSpPr>
          <p:nvPr/>
        </p:nvCxnSpPr>
        <p:spPr>
          <a:xfrm>
            <a:off x="403437" y="375767"/>
            <a:ext cx="5189022" cy="338043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8632A2AB-080B-45B3-80F2-8D320B23C960}"/>
              </a:ext>
            </a:extLst>
          </p:cNvPr>
          <p:cNvCxnSpPr>
            <a:cxnSpLocks/>
          </p:cNvCxnSpPr>
          <p:nvPr/>
        </p:nvCxnSpPr>
        <p:spPr>
          <a:xfrm>
            <a:off x="7136778" y="1710963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矩形 269">
            <a:extLst>
              <a:ext uri="{FF2B5EF4-FFF2-40B4-BE49-F238E27FC236}">
                <a16:creationId xmlns:a16="http://schemas.microsoft.com/office/drawing/2014/main" id="{D8893C2A-2641-420D-B434-E9BE9F9063F8}"/>
              </a:ext>
            </a:extLst>
          </p:cNvPr>
          <p:cNvSpPr/>
          <p:nvPr/>
        </p:nvSpPr>
        <p:spPr>
          <a:xfrm>
            <a:off x="6912319" y="2057018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DDBE94A6-E6F4-4431-B96F-97FE61B9CF96}"/>
              </a:ext>
            </a:extLst>
          </p:cNvPr>
          <p:cNvCxnSpPr>
            <a:cxnSpLocks/>
          </p:cNvCxnSpPr>
          <p:nvPr/>
        </p:nvCxnSpPr>
        <p:spPr>
          <a:xfrm>
            <a:off x="7130421" y="2368426"/>
            <a:ext cx="0" cy="355064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矩形 271">
            <a:extLst>
              <a:ext uri="{FF2B5EF4-FFF2-40B4-BE49-F238E27FC236}">
                <a16:creationId xmlns:a16="http://schemas.microsoft.com/office/drawing/2014/main" id="{C5DF336C-B44F-4802-A3FB-27CEE656CB57}"/>
              </a:ext>
            </a:extLst>
          </p:cNvPr>
          <p:cNvSpPr/>
          <p:nvPr/>
        </p:nvSpPr>
        <p:spPr>
          <a:xfrm>
            <a:off x="6909004" y="2719222"/>
            <a:ext cx="709871" cy="314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[57, ∞)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A1A47BAA-FE72-45ED-9B97-A0A6B9029A11}"/>
                  </a:ext>
                </a:extLst>
              </p:cNvPr>
              <p:cNvSpPr txBox="1"/>
              <p:nvPr/>
            </p:nvSpPr>
            <p:spPr>
              <a:xfrm>
                <a:off x="193542" y="4252511"/>
                <a:ext cx="69554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Max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-element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SkipList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high probability.</a:t>
                </a:r>
              </a:p>
            </p:txBody>
          </p:sp>
        </mc:Choice>
        <mc:Fallback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A1A47BAA-FE72-45ED-9B97-A0A6B9029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2" y="4252511"/>
                <a:ext cx="6955443" cy="400110"/>
              </a:xfrm>
              <a:prstGeom prst="rect">
                <a:avLst/>
              </a:prstGeom>
              <a:blipFill>
                <a:blip r:embed="rId2"/>
                <a:stretch>
                  <a:fillRect l="-964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F9DACDC-8973-4090-9135-24B582D6BB90}"/>
                  </a:ext>
                </a:extLst>
              </p:cNvPr>
              <p:cNvSpPr txBox="1"/>
              <p:nvPr/>
            </p:nvSpPr>
            <p:spPr>
              <a:xfrm>
                <a:off x="181334" y="3893085"/>
                <a:ext cx="69554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Each node in the “search tree”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children, in expectation.</a:t>
                </a:r>
              </a:p>
            </p:txBody>
          </p:sp>
        </mc:Choice>
        <mc:Fallback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F9DACDC-8973-4090-9135-24B582D6B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34" y="3893085"/>
                <a:ext cx="6955443" cy="400110"/>
              </a:xfrm>
              <a:prstGeom prst="rect">
                <a:avLst/>
              </a:prstGeom>
              <a:blipFill>
                <a:blip r:embed="rId3"/>
                <a:stretch>
                  <a:fillRect l="-964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1C78C21-F345-41B3-A7F8-49CF47B97BFB}"/>
                  </a:ext>
                </a:extLst>
              </p:cNvPr>
              <p:cNvSpPr txBox="1"/>
              <p:nvPr/>
            </p:nvSpPr>
            <p:spPr>
              <a:xfrm>
                <a:off x="198264" y="4649316"/>
                <a:ext cx="77832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Let </a:t>
                </a:r>
                <a:r>
                  <a:rPr lang="en-US" sz="2000" dirty="0" err="1"/>
                  <a:t>r.v.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be the max level of the skip list,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denote the cost for search.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1C78C21-F345-41B3-A7F8-49CF47B97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4" y="4649316"/>
                <a:ext cx="7783285" cy="400110"/>
              </a:xfrm>
              <a:prstGeom prst="rect">
                <a:avLst/>
              </a:prstGeom>
              <a:blipFill>
                <a:blip r:embed="rId4"/>
                <a:stretch>
                  <a:fillRect l="-86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1845869-5E9D-4BA1-86AE-AB1808977EF8}"/>
                  </a:ext>
                </a:extLst>
              </p:cNvPr>
              <p:cNvSpPr txBox="1"/>
              <p:nvPr/>
            </p:nvSpPr>
            <p:spPr>
              <a:xfrm>
                <a:off x="229418" y="5069309"/>
                <a:ext cx="2199385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1845869-5E9D-4BA1-86AE-AB1808977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18" y="5069309"/>
                <a:ext cx="2199385" cy="375872"/>
              </a:xfrm>
              <a:prstGeom prst="rect">
                <a:avLst/>
              </a:prstGeom>
              <a:blipFill>
                <a:blip r:embed="rId5"/>
                <a:stretch>
                  <a:fillRect l="-5000" t="-167213" r="-28056" b="-250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48BFEF8B-87C5-4593-BB45-BCF7361286E4}"/>
                  </a:ext>
                </a:extLst>
              </p:cNvPr>
              <p:cNvSpPr txBox="1"/>
              <p:nvPr/>
            </p:nvSpPr>
            <p:spPr>
              <a:xfrm>
                <a:off x="229418" y="5590675"/>
                <a:ext cx="5529014" cy="9509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48BFEF8B-87C5-4593-BB45-BCF736128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18" y="5590675"/>
                <a:ext cx="5529014" cy="950901"/>
              </a:xfrm>
              <a:prstGeom prst="rect">
                <a:avLst/>
              </a:prstGeom>
              <a:blipFill>
                <a:blip r:embed="rId6"/>
                <a:stretch>
                  <a:fillRect l="-1985" t="-12821" b="-9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10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73" grpId="0"/>
      <p:bldP spid="2" grpId="0"/>
      <p:bldP spid="3" grpId="0"/>
      <p:bldP spid="17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994D6CB6-8DD7-480E-A042-03C810AC2369}"/>
              </a:ext>
            </a:extLst>
          </p:cNvPr>
          <p:cNvSpPr/>
          <p:nvPr/>
        </p:nvSpPr>
        <p:spPr>
          <a:xfrm>
            <a:off x="1177058" y="2423836"/>
            <a:ext cx="4483510" cy="47582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280C90E-47C1-47C2-A80C-B5286E900A86}"/>
              </a:ext>
            </a:extLst>
          </p:cNvPr>
          <p:cNvSpPr/>
          <p:nvPr/>
        </p:nvSpPr>
        <p:spPr>
          <a:xfrm>
            <a:off x="1177058" y="1922863"/>
            <a:ext cx="4100052" cy="47582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A1A47BAA-FE72-45ED-9B97-A0A6B9029A11}"/>
                  </a:ext>
                </a:extLst>
              </p:cNvPr>
              <p:cNvSpPr txBox="1"/>
              <p:nvPr/>
            </p:nvSpPr>
            <p:spPr>
              <a:xfrm>
                <a:off x="193542" y="496588"/>
                <a:ext cx="69554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Max level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-element </a:t>
                </a:r>
                <a:r>
                  <a:rPr lang="en-US" sz="2000" b="1" dirty="0" err="1">
                    <a:solidFill>
                      <a:srgbClr val="C00000"/>
                    </a:solidFill>
                  </a:rPr>
                  <a:t>SkipList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with high probability.</a:t>
                </a:r>
              </a:p>
            </p:txBody>
          </p:sp>
        </mc:Choice>
        <mc:Fallback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A1A47BAA-FE72-45ED-9B97-A0A6B9029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2" y="496588"/>
                <a:ext cx="6955443" cy="400110"/>
              </a:xfrm>
              <a:prstGeom prst="rect">
                <a:avLst/>
              </a:prstGeom>
              <a:blipFill>
                <a:blip r:embed="rId2"/>
                <a:stretch>
                  <a:fillRect l="-964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F9DACDC-8973-4090-9135-24B582D6BB90}"/>
                  </a:ext>
                </a:extLst>
              </p:cNvPr>
              <p:cNvSpPr txBox="1"/>
              <p:nvPr/>
            </p:nvSpPr>
            <p:spPr>
              <a:xfrm>
                <a:off x="181334" y="137162"/>
                <a:ext cx="69554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Each node in the “search tree”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children, in expectation.</a:t>
                </a:r>
              </a:p>
            </p:txBody>
          </p:sp>
        </mc:Choice>
        <mc:Fallback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1F9DACDC-8973-4090-9135-24B582D6B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34" y="137162"/>
                <a:ext cx="6955443" cy="400110"/>
              </a:xfrm>
              <a:prstGeom prst="rect">
                <a:avLst/>
              </a:prstGeom>
              <a:blipFill>
                <a:blip r:embed="rId3"/>
                <a:stretch>
                  <a:fillRect l="-964" t="-9231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1C78C21-F345-41B3-A7F8-49CF47B97BFB}"/>
                  </a:ext>
                </a:extLst>
              </p:cNvPr>
              <p:cNvSpPr txBox="1"/>
              <p:nvPr/>
            </p:nvSpPr>
            <p:spPr>
              <a:xfrm>
                <a:off x="193542" y="981883"/>
                <a:ext cx="77832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Let 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r.v.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be the max level of the skip list,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denote the cost for search.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1C78C21-F345-41B3-A7F8-49CF47B97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2" y="981883"/>
                <a:ext cx="7783285" cy="400110"/>
              </a:xfrm>
              <a:prstGeom prst="rect">
                <a:avLst/>
              </a:prstGeom>
              <a:blipFill>
                <a:blip r:embed="rId4"/>
                <a:stretch>
                  <a:fillRect l="-86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1845869-5E9D-4BA1-86AE-AB1808977EF8}"/>
                  </a:ext>
                </a:extLst>
              </p:cNvPr>
              <p:cNvSpPr txBox="1"/>
              <p:nvPr/>
            </p:nvSpPr>
            <p:spPr>
              <a:xfrm>
                <a:off x="216773" y="1401876"/>
                <a:ext cx="2199385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1845869-5E9D-4BA1-86AE-AB1808977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73" y="1401876"/>
                <a:ext cx="2199385" cy="375872"/>
              </a:xfrm>
              <a:prstGeom prst="rect">
                <a:avLst/>
              </a:prstGeom>
              <a:blipFill>
                <a:blip r:embed="rId5"/>
                <a:stretch>
                  <a:fillRect l="-5000" t="-164516" r="-28056" b="-245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48BFEF8B-87C5-4593-BB45-BCF7361286E4}"/>
                  </a:ext>
                </a:extLst>
              </p:cNvPr>
              <p:cNvSpPr txBox="1"/>
              <p:nvPr/>
            </p:nvSpPr>
            <p:spPr>
              <a:xfrm>
                <a:off x="216773" y="1923242"/>
                <a:ext cx="5529014" cy="9509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48BFEF8B-87C5-4593-BB45-BCF736128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73" y="1923242"/>
                <a:ext cx="5529014" cy="950901"/>
              </a:xfrm>
              <a:prstGeom prst="rect">
                <a:avLst/>
              </a:prstGeom>
              <a:blipFill>
                <a:blip r:embed="rId6"/>
                <a:stretch>
                  <a:fillRect l="-1985" t="-12821" b="-9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153A2910-60B3-4E56-A2EE-525E68B048CE}"/>
              </a:ext>
            </a:extLst>
          </p:cNvPr>
          <p:cNvSpPr/>
          <p:nvPr/>
        </p:nvSpPr>
        <p:spPr>
          <a:xfrm>
            <a:off x="216773" y="3191086"/>
            <a:ext cx="960285" cy="47582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3571FF5-D46E-4A5A-BB98-2FBDBD56EEBF}"/>
                  </a:ext>
                </a:extLst>
              </p:cNvPr>
              <p:cNvSpPr txBox="1"/>
              <p:nvPr/>
            </p:nvSpPr>
            <p:spPr>
              <a:xfrm>
                <a:off x="1177058" y="3207401"/>
                <a:ext cx="3797258" cy="4431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33571FF5-D46E-4A5A-BB98-2FBDBD56E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058" y="3207401"/>
                <a:ext cx="3797258" cy="4431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9C380EE-3A0C-4A91-A250-C2BB84E47E80}"/>
              </a:ext>
            </a:extLst>
          </p:cNvPr>
          <p:cNvSpPr/>
          <p:nvPr/>
        </p:nvSpPr>
        <p:spPr>
          <a:xfrm>
            <a:off x="216773" y="3939804"/>
            <a:ext cx="960285" cy="47582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635D851-8AF7-485B-9E8C-F9B857063F5F}"/>
                  </a:ext>
                </a:extLst>
              </p:cNvPr>
              <p:cNvSpPr/>
              <p:nvPr/>
            </p:nvSpPr>
            <p:spPr>
              <a:xfrm>
                <a:off x="1177058" y="3939804"/>
                <a:ext cx="5022529" cy="1334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635D851-8AF7-485B-9E8C-F9B857063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058" y="3939804"/>
                <a:ext cx="5022529" cy="1334211"/>
              </a:xfrm>
              <a:prstGeom prst="rect">
                <a:avLst/>
              </a:prstGeom>
              <a:blipFill>
                <a:blip r:embed="rId8"/>
                <a:stretch>
                  <a:fillRect l="-3155" t="-44749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1FC5EEDC-CB76-4AB3-8222-9C6929559F4F}"/>
                  </a:ext>
                </a:extLst>
              </p:cNvPr>
              <p:cNvSpPr txBox="1"/>
              <p:nvPr/>
            </p:nvSpPr>
            <p:spPr>
              <a:xfrm>
                <a:off x="234792" y="5356881"/>
                <a:ext cx="7431586" cy="8558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That is, search can be done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time in expectation. </a:t>
                </a:r>
              </a:p>
            </p:txBody>
          </p:sp>
        </mc:Choice>
        <mc:Fallback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1FC5EEDC-CB76-4AB3-8222-9C6929559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92" y="5356881"/>
                <a:ext cx="7431586" cy="855875"/>
              </a:xfrm>
              <a:prstGeom prst="rect">
                <a:avLst/>
              </a:prstGeom>
              <a:blipFill>
                <a:blip r:embed="rId9"/>
                <a:stretch>
                  <a:fillRect l="-2543" r="-2133" b="-2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75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4" grpId="0" animBg="1"/>
      <p:bldP spid="91" grpId="0" animBg="1"/>
      <p:bldP spid="92" grpId="0"/>
      <p:bldP spid="93" grpId="0" animBg="1"/>
      <p:bldP spid="5" grpId="0"/>
      <p:bldP spid="9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5029592"/>
                  </p:ext>
                </p:extLst>
              </p:nvPr>
            </p:nvGraphicFramePr>
            <p:xfrm>
              <a:off x="720000" y="1690689"/>
              <a:ext cx="7704000" cy="36098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5029592"/>
                  </p:ext>
                </p:extLst>
              </p:nvPr>
            </p:nvGraphicFramePr>
            <p:xfrm>
              <a:off x="720000" y="1690689"/>
              <a:ext cx="7704000" cy="360984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BinarySearchTree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52941" r="-200000" b="-2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52941" r="-100707" b="-2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52941" r="-352" b="-29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2843444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154074" r="-200000" b="-19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154074" r="-100707" b="-19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154074" r="-352" b="-1992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252206" r="-200000" b="-97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252206" r="-100707" b="-97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252206" r="-352" b="-977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416522" r="-200000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416522" r="-100707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416522" r="-352" b="-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D8AC136-C1CE-4E1F-B45D-E3D4D0615723}"/>
              </a:ext>
            </a:extLst>
          </p:cNvPr>
          <p:cNvSpPr txBox="1"/>
          <p:nvPr/>
        </p:nvSpPr>
        <p:spPr>
          <a:xfrm>
            <a:off x="1980874" y="5624993"/>
            <a:ext cx="5182252" cy="5847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Performance versus Simplicity</a:t>
            </a:r>
          </a:p>
        </p:txBody>
      </p:sp>
    </p:spTree>
    <p:extLst>
      <p:ext uri="{BB962C8B-B14F-4D97-AF65-F5344CB8AC3E}">
        <p14:creationId xmlns:p14="http://schemas.microsoft.com/office/powerpoint/2010/main" val="3577667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Ch.13</a:t>
            </a:r>
          </a:p>
          <a:p>
            <a:r>
              <a:rPr lang="en-GB" sz="2400" dirty="0"/>
              <a:t>[Morin] Ch.4</a:t>
            </a: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D53E0-50B9-425D-8F5A-A22D0CAE7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319" y="3280349"/>
            <a:ext cx="2039999" cy="30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4827</TotalTime>
  <Words>4232</Words>
  <Application>Microsoft Office PowerPoint</Application>
  <PresentationFormat>全屏显示(4:3)</PresentationFormat>
  <Paragraphs>1078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Courier New</vt:lpstr>
      <vt:lpstr>Cambria Math</vt:lpstr>
      <vt:lpstr>Calibri Light</vt:lpstr>
      <vt:lpstr>Arial</vt:lpstr>
      <vt:lpstr>Calibri</vt:lpstr>
      <vt:lpstr>Office 主题​​</vt:lpstr>
      <vt:lpstr>Search Trees</vt:lpstr>
      <vt:lpstr>Efficient implementation of OSet</vt:lpstr>
      <vt:lpstr>“Balanced” BST</vt:lpstr>
      <vt:lpstr>“Balanced” Binary Search Trees</vt:lpstr>
      <vt:lpstr>Red-black Tree (RB-Tree)</vt:lpstr>
      <vt:lpstr>Black Height</vt:lpstr>
      <vt:lpstr>Height of RB-Trees</vt:lpstr>
      <vt:lpstr>Height of RB-Trees</vt:lpstr>
      <vt:lpstr>Insert node z into a RB-Tree</vt:lpstr>
      <vt:lpstr>Insert node z into a RB-Tree</vt:lpstr>
      <vt:lpstr>Insert node z into a RB-Tree</vt:lpstr>
      <vt:lpstr>Insert node z into a RB-Tree</vt:lpstr>
      <vt:lpstr>Insert node z into a RB-Tree</vt:lpstr>
      <vt:lpstr>Insert node z into a RB-Tree</vt:lpstr>
      <vt:lpstr>Insert node z into a RB-Tree</vt:lpstr>
      <vt:lpstr>Insert node z into a RB-Tree</vt:lpstr>
      <vt:lpstr>Insert node z into a RB-Tree</vt:lpstr>
      <vt:lpstr>Insert node z into a RB-Tree</vt:lpstr>
      <vt:lpstr>Remove node z from a RB-Tree</vt:lpstr>
      <vt:lpstr>Remove node z from a RB-Tree</vt:lpstr>
      <vt:lpstr>Remove node z from a RB-Tree</vt:lpstr>
      <vt:lpstr>Remove node z from a RB-Tree</vt:lpstr>
      <vt:lpstr>Remove node z from a RB-Tree</vt:lpstr>
      <vt:lpstr>Remove node z from a RB-Tree</vt:lpstr>
      <vt:lpstr>Remove node z from a RB-Tree</vt:lpstr>
      <vt:lpstr>Efficient implementation of OSet</vt:lpstr>
      <vt:lpstr>“Balanced” Binary Search Trees</vt:lpstr>
      <vt:lpstr>SkipList</vt:lpstr>
      <vt:lpstr>SkipList</vt:lpstr>
      <vt:lpstr>SkipList</vt:lpstr>
      <vt:lpstr>SkipList</vt:lpstr>
      <vt:lpstr>The real SkipList</vt:lpstr>
      <vt:lpstr>The real SkipList</vt:lpstr>
      <vt:lpstr>The real SkipList</vt:lpstr>
      <vt:lpstr>The real SkipList</vt:lpstr>
      <vt:lpstr>The real SkipList</vt:lpstr>
      <vt:lpstr>The real SkipList</vt:lpstr>
      <vt:lpstr>PowerPoint 演示文稿</vt:lpstr>
      <vt:lpstr>PowerPoint 演示文稿</vt:lpstr>
      <vt:lpstr>PowerPoint 演示文稿</vt:lpstr>
      <vt:lpstr>Efficient implementation of OSet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Trees</dc:title>
  <dc:creator>Chaodong</dc:creator>
  <cp:lastModifiedBy>Chaodong</cp:lastModifiedBy>
  <cp:revision>122</cp:revision>
  <dcterms:created xsi:type="dcterms:W3CDTF">2019-10-09T05:45:47Z</dcterms:created>
  <dcterms:modified xsi:type="dcterms:W3CDTF">2019-10-14T14:59:10Z</dcterms:modified>
</cp:coreProperties>
</file>